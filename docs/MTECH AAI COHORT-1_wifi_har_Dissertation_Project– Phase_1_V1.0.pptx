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80" r:id="rId1"/>
  </p:sldMasterIdLst>
  <p:notesMasterIdLst>
    <p:notesMasterId r:id="rId29"/>
  </p:notesMasterIdLst>
  <p:sldIdLst>
    <p:sldId id="340" r:id="rId2"/>
    <p:sldId id="362" r:id="rId3"/>
    <p:sldId id="344" r:id="rId4"/>
    <p:sldId id="345" r:id="rId5"/>
    <p:sldId id="386" r:id="rId6"/>
    <p:sldId id="387" r:id="rId7"/>
    <p:sldId id="388" r:id="rId8"/>
    <p:sldId id="389" r:id="rId9"/>
    <p:sldId id="390" r:id="rId10"/>
    <p:sldId id="391" r:id="rId11"/>
    <p:sldId id="342" r:id="rId12"/>
    <p:sldId id="343" r:id="rId13"/>
    <p:sldId id="392" r:id="rId14"/>
    <p:sldId id="393" r:id="rId15"/>
    <p:sldId id="394" r:id="rId16"/>
    <p:sldId id="333" r:id="rId17"/>
    <p:sldId id="336" r:id="rId18"/>
    <p:sldId id="337" r:id="rId19"/>
    <p:sldId id="339" r:id="rId20"/>
    <p:sldId id="396" r:id="rId21"/>
    <p:sldId id="341" r:id="rId22"/>
    <p:sldId id="382" r:id="rId23"/>
    <p:sldId id="256" r:id="rId24"/>
    <p:sldId id="398" r:id="rId25"/>
    <p:sldId id="381" r:id="rId26"/>
    <p:sldId id="395" r:id="rId27"/>
    <p:sldId id="397" r:id="rId28"/>
  </p:sldIdLst>
  <p:sldSz cx="10080625" cy="7559675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pMdT8881h2zNHuq5suO1qoKQ/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FA747B-483F-44F4-9EED-24EDDA4CAD58}">
  <a:tblStyle styleId="{57FA747B-483F-44F4-9EED-24EDDA4CAD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57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r>
            <a:rPr lang="en-IN" sz="1200" b="1" dirty="0"/>
            <a:t>Data Loading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 b="1"/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 b="1"/>
        </a:p>
      </dgm:t>
    </dgm:pt>
    <dgm:pt modelId="{37D760C9-D293-49DD-BA2A-3B19ED90381B}">
      <dgm:prSet phldrT="[Text]"/>
      <dgm:spPr/>
      <dgm:t>
        <a:bodyPr/>
        <a:lstStyle/>
        <a:p>
          <a:r>
            <a:rPr lang="en-IN" b="1" dirty="0"/>
            <a:t>Pre-processing</a:t>
          </a:r>
        </a:p>
      </dgm:t>
    </dgm:pt>
    <dgm:pt modelId="{B3B1642B-690C-4799-8E86-7F6461171BD4}" type="parTrans" cxnId="{34B5A496-D376-4459-8AD8-D419FEEAE478}">
      <dgm:prSet/>
      <dgm:spPr/>
      <dgm:t>
        <a:bodyPr/>
        <a:lstStyle/>
        <a:p>
          <a:endParaRPr lang="en-IN" b="1"/>
        </a:p>
      </dgm:t>
    </dgm:pt>
    <dgm:pt modelId="{385875B8-0790-4E60-9E7A-B8061DC3C914}" type="sibTrans" cxnId="{34B5A496-D376-4459-8AD8-D419FEEAE478}">
      <dgm:prSet/>
      <dgm:spPr/>
      <dgm:t>
        <a:bodyPr/>
        <a:lstStyle/>
        <a:p>
          <a:endParaRPr lang="en-IN" b="1"/>
        </a:p>
      </dgm:t>
    </dgm:pt>
    <dgm:pt modelId="{18E92ECA-154B-467D-A329-A904C1682D4D}">
      <dgm:prSet phldrT="[Text]" custT="1"/>
      <dgm:spPr/>
      <dgm:t>
        <a:bodyPr/>
        <a:lstStyle/>
        <a:p>
          <a:r>
            <a:rPr lang="en-IN" sz="1200" b="1" dirty="0"/>
            <a:t>Model Creation</a:t>
          </a:r>
        </a:p>
      </dgm:t>
    </dgm:pt>
    <dgm:pt modelId="{D8F43E5E-F77A-4946-8C3F-C933BEBA9192}" type="parTrans" cxnId="{9390144F-1C96-4581-86F4-DD40053C21BA}">
      <dgm:prSet/>
      <dgm:spPr/>
      <dgm:t>
        <a:bodyPr/>
        <a:lstStyle/>
        <a:p>
          <a:endParaRPr lang="en-IN" b="1"/>
        </a:p>
      </dgm:t>
    </dgm:pt>
    <dgm:pt modelId="{B04D73C7-28A1-4193-969D-2BBEB97CB1DB}" type="sibTrans" cxnId="{9390144F-1C96-4581-86F4-DD40053C21BA}">
      <dgm:prSet/>
      <dgm:spPr/>
      <dgm:t>
        <a:bodyPr/>
        <a:lstStyle/>
        <a:p>
          <a:endParaRPr lang="en-IN" b="1"/>
        </a:p>
      </dgm:t>
    </dgm:pt>
    <dgm:pt modelId="{43CB20DC-6561-4644-9871-8784B6BE3F1B}">
      <dgm:prSet phldrT="[Text]" custT="1"/>
      <dgm:spPr/>
      <dgm:t>
        <a:bodyPr/>
        <a:lstStyle/>
        <a:p>
          <a:pPr>
            <a:buNone/>
          </a:pPr>
          <a:r>
            <a:rPr lang="en-IN" sz="1200" b="1" i="0" dirty="0"/>
            <a:t>Training with K-Fold Validation</a:t>
          </a:r>
          <a:endParaRPr lang="en-IN" sz="1200" b="1" dirty="0"/>
        </a:p>
      </dgm:t>
    </dgm:pt>
    <dgm:pt modelId="{BA2BA17D-8777-480B-A116-588A1E451D6C}" type="parTrans" cxnId="{426937A4-65A0-4B18-8C1D-6AD4639FEE50}">
      <dgm:prSet/>
      <dgm:spPr/>
      <dgm:t>
        <a:bodyPr/>
        <a:lstStyle/>
        <a:p>
          <a:endParaRPr lang="en-IN" b="1"/>
        </a:p>
      </dgm:t>
    </dgm:pt>
    <dgm:pt modelId="{BC4E5F4D-D5CB-4BD5-AF17-A2649BC28A9D}" type="sibTrans" cxnId="{426937A4-65A0-4B18-8C1D-6AD4639FEE50}">
      <dgm:prSet/>
      <dgm:spPr/>
      <dgm:t>
        <a:bodyPr/>
        <a:lstStyle/>
        <a:p>
          <a:endParaRPr lang="en-IN" b="1"/>
        </a:p>
      </dgm:t>
    </dgm:pt>
    <dgm:pt modelId="{210F008B-8914-48A4-9020-F4826D07BBE4}">
      <dgm:prSet phldrT="[Text]" custT="1"/>
      <dgm:spPr/>
      <dgm:t>
        <a:bodyPr/>
        <a:lstStyle/>
        <a:p>
          <a:pPr>
            <a:buNone/>
          </a:pPr>
          <a:r>
            <a:rPr lang="en-IN" sz="1200" b="1" i="0" dirty="0"/>
            <a:t>Evaluation</a:t>
          </a:r>
          <a:endParaRPr lang="en-IN" sz="1200" b="1" dirty="0"/>
        </a:p>
      </dgm:t>
    </dgm:pt>
    <dgm:pt modelId="{943436A2-4595-47A8-896A-E35C9BBD8BFE}" type="parTrans" cxnId="{CA06F6A7-6B3E-4AF0-95B2-E2A7BA441FD8}">
      <dgm:prSet/>
      <dgm:spPr/>
      <dgm:t>
        <a:bodyPr/>
        <a:lstStyle/>
        <a:p>
          <a:endParaRPr lang="en-IN" b="1"/>
        </a:p>
      </dgm:t>
    </dgm:pt>
    <dgm:pt modelId="{9523D9B8-4EDE-458D-BA80-6EDFFA9E1C37}" type="sibTrans" cxnId="{CA06F6A7-6B3E-4AF0-95B2-E2A7BA441FD8}">
      <dgm:prSet/>
      <dgm:spPr/>
      <dgm:t>
        <a:bodyPr/>
        <a:lstStyle/>
        <a:p>
          <a:endParaRPr lang="en-IN" b="1"/>
        </a:p>
      </dgm:t>
    </dgm:pt>
    <dgm:pt modelId="{4C79ACCA-92E0-4311-A05D-3C3B9EBC7A9D}">
      <dgm:prSet phldrT="[Text]" custT="1"/>
      <dgm:spPr/>
      <dgm:t>
        <a:bodyPr/>
        <a:lstStyle/>
        <a:p>
          <a:pPr>
            <a:buNone/>
          </a:pPr>
          <a:r>
            <a:rPr lang="en-IN" sz="1200" b="1" i="0" dirty="0"/>
            <a:t>End</a:t>
          </a:r>
          <a:endParaRPr lang="en-IN" sz="1200" b="1" dirty="0"/>
        </a:p>
      </dgm:t>
    </dgm:pt>
    <dgm:pt modelId="{BD10026B-A9D8-4EF6-B9FA-0A622C168984}" type="parTrans" cxnId="{4BF18565-55B0-4919-90EA-0D45CBA9BF57}">
      <dgm:prSet/>
      <dgm:spPr/>
      <dgm:t>
        <a:bodyPr/>
        <a:lstStyle/>
        <a:p>
          <a:endParaRPr lang="en-IN" b="1"/>
        </a:p>
      </dgm:t>
    </dgm:pt>
    <dgm:pt modelId="{046CA4F0-D1E2-4F15-96FB-FB1C65F83E41}" type="sibTrans" cxnId="{4BF18565-55B0-4919-90EA-0D45CBA9BF57}">
      <dgm:prSet/>
      <dgm:spPr/>
      <dgm:t>
        <a:bodyPr/>
        <a:lstStyle/>
        <a:p>
          <a:endParaRPr lang="en-IN" b="1"/>
        </a:p>
      </dgm:t>
    </dgm:pt>
    <dgm:pt modelId="{1DD56DB7-D976-45BA-B768-1F6936C12811}">
      <dgm:prSet phldrT="[Text]" custT="1"/>
      <dgm:spPr/>
      <dgm:t>
        <a:bodyPr/>
        <a:lstStyle/>
        <a:p>
          <a:pPr>
            <a:buNone/>
          </a:pPr>
          <a:r>
            <a:rPr lang="en-IN" sz="1200" b="1" dirty="0"/>
            <a:t>Visualization (Plots)</a:t>
          </a:r>
        </a:p>
      </dgm:t>
    </dgm:pt>
    <dgm:pt modelId="{6A6288A5-23C2-47D3-9255-566554DFF144}" type="parTrans" cxnId="{989ACB68-E0C6-4871-944D-DE8E4B0FBAAA}">
      <dgm:prSet/>
      <dgm:spPr/>
      <dgm:t>
        <a:bodyPr/>
        <a:lstStyle/>
        <a:p>
          <a:endParaRPr lang="en-GB" b="1"/>
        </a:p>
      </dgm:t>
    </dgm:pt>
    <dgm:pt modelId="{8DA2FA59-AF61-49D4-9844-E828808EDDDF}" type="sibTrans" cxnId="{989ACB68-E0C6-4871-944D-DE8E4B0FBAAA}">
      <dgm:prSet/>
      <dgm:spPr/>
      <dgm:t>
        <a:bodyPr/>
        <a:lstStyle/>
        <a:p>
          <a:endParaRPr lang="en-GB" b="1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019C6C9F-B694-4447-A122-97F0542E6B79}" type="pres">
      <dgm:prSet presAssocID="{4C79ACCA-92E0-4311-A05D-3C3B9EBC7A9D}" presName="Accent7" presStyleCnt="0"/>
      <dgm:spPr/>
    </dgm:pt>
    <dgm:pt modelId="{8258D652-53B4-46C9-B6A1-CC577CF9485C}" type="pres">
      <dgm:prSet presAssocID="{4C79ACCA-92E0-4311-A05D-3C3B9EBC7A9D}" presName="Accent" presStyleLbl="node1" presStyleIdx="0" presStyleCnt="7"/>
      <dgm:spPr/>
    </dgm:pt>
    <dgm:pt modelId="{1774EF99-8BA9-4B6D-B1C6-65BE3D7B4539}" type="pres">
      <dgm:prSet presAssocID="{4C79ACCA-92E0-4311-A05D-3C3B9EBC7A9D}" presName="ParentBackground7" presStyleCnt="0"/>
      <dgm:spPr/>
    </dgm:pt>
    <dgm:pt modelId="{5239344C-622E-46D7-83B2-FCD66A20B88A}" type="pres">
      <dgm:prSet presAssocID="{4C79ACCA-92E0-4311-A05D-3C3B9EBC7A9D}" presName="ParentBackground" presStyleLbl="fgAcc1" presStyleIdx="0" presStyleCnt="7"/>
      <dgm:spPr/>
    </dgm:pt>
    <dgm:pt modelId="{EE8FBAA4-C8AC-4B8D-A33B-84E4A478C98D}" type="pres">
      <dgm:prSet presAssocID="{4C79ACCA-92E0-4311-A05D-3C3B9EBC7A9D}" presName="Parent7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04FC5CB-1507-4D66-B93E-0DB8D2973FE2}" type="pres">
      <dgm:prSet presAssocID="{1DD56DB7-D976-45BA-B768-1F6936C12811}" presName="Accent6" presStyleCnt="0"/>
      <dgm:spPr/>
    </dgm:pt>
    <dgm:pt modelId="{27E28101-A942-42AC-A24A-1CCAAF352DEB}" type="pres">
      <dgm:prSet presAssocID="{1DD56DB7-D976-45BA-B768-1F6936C12811}" presName="Accent" presStyleLbl="node1" presStyleIdx="1" presStyleCnt="7"/>
      <dgm:spPr/>
    </dgm:pt>
    <dgm:pt modelId="{6817CBCA-4FDD-428C-8C1A-F12A98C1F08E}" type="pres">
      <dgm:prSet presAssocID="{1DD56DB7-D976-45BA-B768-1F6936C12811}" presName="ParentBackground6" presStyleCnt="0"/>
      <dgm:spPr/>
    </dgm:pt>
    <dgm:pt modelId="{E9B5F018-E679-4FC0-94CE-0FD72C168929}" type="pres">
      <dgm:prSet presAssocID="{1DD56DB7-D976-45BA-B768-1F6936C12811}" presName="ParentBackground" presStyleLbl="fgAcc1" presStyleIdx="1" presStyleCnt="7"/>
      <dgm:spPr/>
    </dgm:pt>
    <dgm:pt modelId="{0A90D063-A8CF-46E4-9837-93EE6CBCBDFC}" type="pres">
      <dgm:prSet presAssocID="{1DD56DB7-D976-45BA-B768-1F6936C12811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D27A3E7-76E2-45C2-BBC0-21AC821464A4}" type="pres">
      <dgm:prSet presAssocID="{210F008B-8914-48A4-9020-F4826D07BBE4}" presName="Accent5" presStyleCnt="0"/>
      <dgm:spPr/>
    </dgm:pt>
    <dgm:pt modelId="{EAEB6BEE-54A0-47AD-802A-23765428A2DE}" type="pres">
      <dgm:prSet presAssocID="{210F008B-8914-48A4-9020-F4826D07BBE4}" presName="Accent" presStyleLbl="node1" presStyleIdx="2" presStyleCnt="7"/>
      <dgm:spPr/>
    </dgm:pt>
    <dgm:pt modelId="{6DB7DA7B-484B-4839-B3C2-AE7D6FD75345}" type="pres">
      <dgm:prSet presAssocID="{210F008B-8914-48A4-9020-F4826D07BBE4}" presName="ParentBackground5" presStyleCnt="0"/>
      <dgm:spPr/>
    </dgm:pt>
    <dgm:pt modelId="{239B12AE-DBE1-415B-93AF-23344C7C3383}" type="pres">
      <dgm:prSet presAssocID="{210F008B-8914-48A4-9020-F4826D07BBE4}" presName="ParentBackground" presStyleLbl="fgAcc1" presStyleIdx="2" presStyleCnt="7"/>
      <dgm:spPr/>
    </dgm:pt>
    <dgm:pt modelId="{CE60F9BB-4A31-4DD6-A7CA-796CDD6B09C3}" type="pres">
      <dgm:prSet presAssocID="{210F008B-8914-48A4-9020-F4826D07BBE4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0E2CA69-6BFA-42E9-AC50-988A267A2746}" type="pres">
      <dgm:prSet presAssocID="{43CB20DC-6561-4644-9871-8784B6BE3F1B}" presName="Accent4" presStyleCnt="0"/>
      <dgm:spPr/>
    </dgm:pt>
    <dgm:pt modelId="{B1B6E4B2-D1FC-4052-9D44-921E308B1FFD}" type="pres">
      <dgm:prSet presAssocID="{43CB20DC-6561-4644-9871-8784B6BE3F1B}" presName="Accent" presStyleLbl="node1" presStyleIdx="3" presStyleCnt="7"/>
      <dgm:spPr/>
    </dgm:pt>
    <dgm:pt modelId="{F1CC5D38-BA4F-448D-8DB6-B01128651E32}" type="pres">
      <dgm:prSet presAssocID="{43CB20DC-6561-4644-9871-8784B6BE3F1B}" presName="ParentBackground4" presStyleCnt="0"/>
      <dgm:spPr/>
    </dgm:pt>
    <dgm:pt modelId="{7B7FEE85-4BE7-4E2B-A9D7-19A40112C2A3}" type="pres">
      <dgm:prSet presAssocID="{43CB20DC-6561-4644-9871-8784B6BE3F1B}" presName="ParentBackground" presStyleLbl="fgAcc1" presStyleIdx="3" presStyleCnt="7"/>
      <dgm:spPr/>
    </dgm:pt>
    <dgm:pt modelId="{804BD7CF-6DB3-415C-8BCA-67518F78ED5A}" type="pres">
      <dgm:prSet presAssocID="{43CB20DC-6561-4644-9871-8784B6BE3F1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690E4A3-B1B2-468A-89B0-984FF9D86765}" type="pres">
      <dgm:prSet presAssocID="{18E92ECA-154B-467D-A329-A904C1682D4D}" presName="Accent3" presStyleCnt="0"/>
      <dgm:spPr/>
    </dgm:pt>
    <dgm:pt modelId="{7D375723-2D40-4A5F-BF7F-8797CDD63F1A}" type="pres">
      <dgm:prSet presAssocID="{18E92ECA-154B-467D-A329-A904C1682D4D}" presName="Accent" presStyleLbl="node1" presStyleIdx="4" presStyleCnt="7"/>
      <dgm:spPr/>
    </dgm:pt>
    <dgm:pt modelId="{2E62D008-FEB1-434D-B507-D84BBCC7871D}" type="pres">
      <dgm:prSet presAssocID="{18E92ECA-154B-467D-A329-A904C1682D4D}" presName="ParentBackground3" presStyleCnt="0"/>
      <dgm:spPr/>
    </dgm:pt>
    <dgm:pt modelId="{41BED8C7-A9ED-468F-BC87-05D56452150A}" type="pres">
      <dgm:prSet presAssocID="{18E92ECA-154B-467D-A329-A904C1682D4D}" presName="ParentBackground" presStyleLbl="fgAcc1" presStyleIdx="4" presStyleCnt="7"/>
      <dgm:spPr/>
    </dgm:pt>
    <dgm:pt modelId="{310DA7EF-F792-45AB-947D-AFA2A10493C2}" type="pres">
      <dgm:prSet presAssocID="{18E92ECA-154B-467D-A329-A904C1682D4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B995D-1C25-4C62-8542-289E9CEF85C0}" type="pres">
      <dgm:prSet presAssocID="{37D760C9-D293-49DD-BA2A-3B19ED90381B}" presName="Accent2" presStyleCnt="0"/>
      <dgm:spPr/>
    </dgm:pt>
    <dgm:pt modelId="{039F9A77-41E2-4F4D-9980-89885F01F2F4}" type="pres">
      <dgm:prSet presAssocID="{37D760C9-D293-49DD-BA2A-3B19ED90381B}" presName="Accent" presStyleLbl="node1" presStyleIdx="5" presStyleCnt="7"/>
      <dgm:spPr/>
    </dgm:pt>
    <dgm:pt modelId="{62B0428B-2709-4F1C-A289-845F2565BE09}" type="pres">
      <dgm:prSet presAssocID="{37D760C9-D293-49DD-BA2A-3B19ED90381B}" presName="ParentBackground2" presStyleCnt="0"/>
      <dgm:spPr/>
    </dgm:pt>
    <dgm:pt modelId="{1D205CBE-A814-43AE-8786-4769383CFC4C}" type="pres">
      <dgm:prSet presAssocID="{37D760C9-D293-49DD-BA2A-3B19ED90381B}" presName="ParentBackground" presStyleLbl="fgAcc1" presStyleIdx="5" presStyleCnt="7"/>
      <dgm:spPr/>
    </dgm:pt>
    <dgm:pt modelId="{79DD08A3-2680-48DE-BDE6-C78120D7C001}" type="pres">
      <dgm:prSet presAssocID="{37D760C9-D293-49DD-BA2A-3B19ED9038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6" presStyleCnt="7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6" presStyleCnt="7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59B59A2C-A0F2-48B6-96FC-4944E9073140}" type="presOf" srcId="{1DD56DB7-D976-45BA-B768-1F6936C12811}" destId="{E9B5F018-E679-4FC0-94CE-0FD72C168929}" srcOrd="0" destOrd="0" presId="urn:microsoft.com/office/officeart/2011/layout/CircleProcess"/>
    <dgm:cxn modelId="{9655BD34-4A63-4F56-AEFB-F4194425E7F3}" type="presOf" srcId="{4C79ACCA-92E0-4311-A05D-3C3B9EBC7A9D}" destId="{EE8FBAA4-C8AC-4B8D-A33B-84E4A478C98D}" srcOrd="1" destOrd="0" presId="urn:microsoft.com/office/officeart/2011/layout/CircleProcess"/>
    <dgm:cxn modelId="{595DD45D-E193-464E-AB70-598BD149D1EF}" type="presOf" srcId="{210F008B-8914-48A4-9020-F4826D07BBE4}" destId="{239B12AE-DBE1-415B-93AF-23344C7C3383}" srcOrd="0" destOrd="0" presId="urn:microsoft.com/office/officeart/2011/layout/CircleProcess"/>
    <dgm:cxn modelId="{4BF18565-55B0-4919-90EA-0D45CBA9BF57}" srcId="{9A0A5950-1A45-42C5-BD22-D4D6BBD70287}" destId="{4C79ACCA-92E0-4311-A05D-3C3B9EBC7A9D}" srcOrd="6" destOrd="0" parTransId="{BD10026B-A9D8-4EF6-B9FA-0A622C168984}" sibTransId="{046CA4F0-D1E2-4F15-96FB-FB1C65F83E41}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989ACB68-E0C6-4871-944D-DE8E4B0FBAAA}" srcId="{9A0A5950-1A45-42C5-BD22-D4D6BBD70287}" destId="{1DD56DB7-D976-45BA-B768-1F6936C12811}" srcOrd="5" destOrd="0" parTransId="{6A6288A5-23C2-47D3-9255-566554DFF144}" sibTransId="{8DA2FA59-AF61-49D4-9844-E828808EDDDF}"/>
    <dgm:cxn modelId="{208EED4A-0379-4861-8646-E7CF6E0DFCD1}" type="presOf" srcId="{18E92ECA-154B-467D-A329-A904C1682D4D}" destId="{310DA7EF-F792-45AB-947D-AFA2A10493C2}" srcOrd="1" destOrd="0" presId="urn:microsoft.com/office/officeart/2011/layout/CircleProcess"/>
    <dgm:cxn modelId="{9390144F-1C96-4581-86F4-DD40053C21BA}" srcId="{9A0A5950-1A45-42C5-BD22-D4D6BBD70287}" destId="{18E92ECA-154B-467D-A329-A904C1682D4D}" srcOrd="2" destOrd="0" parTransId="{D8F43E5E-F77A-4946-8C3F-C933BEBA9192}" sibTransId="{B04D73C7-28A1-4193-969D-2BBEB97CB1DB}"/>
    <dgm:cxn modelId="{82109E7C-33A7-46C3-9CE6-DFCD757900D6}" type="presOf" srcId="{37D760C9-D293-49DD-BA2A-3B19ED90381B}" destId="{79DD08A3-2680-48DE-BDE6-C78120D7C001}" srcOrd="1" destOrd="0" presId="urn:microsoft.com/office/officeart/2011/layout/CircleProcess"/>
    <dgm:cxn modelId="{B064CC7D-6DA4-4945-A4D4-5F4166246765}" type="presOf" srcId="{1DD56DB7-D976-45BA-B768-1F6936C12811}" destId="{0A90D063-A8CF-46E4-9837-93EE6CBCBDFC}" srcOrd="1" destOrd="0" presId="urn:microsoft.com/office/officeart/2011/layout/CircleProcess"/>
    <dgm:cxn modelId="{E3807C8D-07FF-4BF8-987C-77BE3C6A85D0}" type="presOf" srcId="{4C79ACCA-92E0-4311-A05D-3C3B9EBC7A9D}" destId="{5239344C-622E-46D7-83B2-FCD66A20B88A}" srcOrd="0" destOrd="0" presId="urn:microsoft.com/office/officeart/2011/layout/CircleProcess"/>
    <dgm:cxn modelId="{972C878D-B834-4CC9-B7D1-B83A8B99AE23}" type="presOf" srcId="{37D760C9-D293-49DD-BA2A-3B19ED90381B}" destId="{1D205CBE-A814-43AE-8786-4769383CFC4C}" srcOrd="0" destOrd="0" presId="urn:microsoft.com/office/officeart/2011/layout/CircleProcess"/>
    <dgm:cxn modelId="{34B5A496-D376-4459-8AD8-D419FEEAE478}" srcId="{9A0A5950-1A45-42C5-BD22-D4D6BBD70287}" destId="{37D760C9-D293-49DD-BA2A-3B19ED90381B}" srcOrd="1" destOrd="0" parTransId="{B3B1642B-690C-4799-8E86-7F6461171BD4}" sibTransId="{385875B8-0790-4E60-9E7A-B8061DC3C914}"/>
    <dgm:cxn modelId="{426937A4-65A0-4B18-8C1D-6AD4639FEE50}" srcId="{9A0A5950-1A45-42C5-BD22-D4D6BBD70287}" destId="{43CB20DC-6561-4644-9871-8784B6BE3F1B}" srcOrd="3" destOrd="0" parTransId="{BA2BA17D-8777-480B-A116-588A1E451D6C}" sibTransId="{BC4E5F4D-D5CB-4BD5-AF17-A2649BC28A9D}"/>
    <dgm:cxn modelId="{CA06F6A7-6B3E-4AF0-95B2-E2A7BA441FD8}" srcId="{9A0A5950-1A45-42C5-BD22-D4D6BBD70287}" destId="{210F008B-8914-48A4-9020-F4826D07BBE4}" srcOrd="4" destOrd="0" parTransId="{943436A2-4595-47A8-896A-E35C9BBD8BFE}" sibTransId="{9523D9B8-4EDE-458D-BA80-6EDFFA9E1C37}"/>
    <dgm:cxn modelId="{BA55B0B8-1182-41E9-AD4E-F26424ADAB0E}" type="presOf" srcId="{43CB20DC-6561-4644-9871-8784B6BE3F1B}" destId="{804BD7CF-6DB3-415C-8BCA-67518F78ED5A}" srcOrd="1" destOrd="0" presId="urn:microsoft.com/office/officeart/2011/layout/CircleProcess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90A3E4E7-2FAF-4A0E-ABBA-0ACAEE1910B4}" type="presOf" srcId="{210F008B-8914-48A4-9020-F4826D07BBE4}" destId="{CE60F9BB-4A31-4DD6-A7CA-796CDD6B09C3}" srcOrd="1" destOrd="0" presId="urn:microsoft.com/office/officeart/2011/layout/CircleProcess"/>
    <dgm:cxn modelId="{4491C8E8-A8C2-4368-B71A-6EEE8D0430A3}" type="presOf" srcId="{43CB20DC-6561-4644-9871-8784B6BE3F1B}" destId="{7B7FEE85-4BE7-4E2B-A9D7-19A40112C2A3}" srcOrd="0" destOrd="0" presId="urn:microsoft.com/office/officeart/2011/layout/CircleProcess"/>
    <dgm:cxn modelId="{379E56E9-B399-4AB1-97DF-279E18B59B7C}" type="presOf" srcId="{18E92ECA-154B-467D-A329-A904C1682D4D}" destId="{41BED8C7-A9ED-468F-BC87-05D56452150A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1DA780CD-FF59-4FF8-BB44-E4FB19D88224}" type="presParOf" srcId="{A0DEC658-3ADA-4FDC-AEE7-11B2E4896136}" destId="{019C6C9F-B694-4447-A122-97F0542E6B79}" srcOrd="0" destOrd="0" presId="urn:microsoft.com/office/officeart/2011/layout/CircleProcess"/>
    <dgm:cxn modelId="{81DF7E61-F716-4058-B366-D50653BD024C}" type="presParOf" srcId="{019C6C9F-B694-4447-A122-97F0542E6B79}" destId="{8258D652-53B4-46C9-B6A1-CC577CF9485C}" srcOrd="0" destOrd="0" presId="urn:microsoft.com/office/officeart/2011/layout/CircleProcess"/>
    <dgm:cxn modelId="{EF35B63D-F046-4375-BABB-F33552397D0A}" type="presParOf" srcId="{A0DEC658-3ADA-4FDC-AEE7-11B2E4896136}" destId="{1774EF99-8BA9-4B6D-B1C6-65BE3D7B4539}" srcOrd="1" destOrd="0" presId="urn:microsoft.com/office/officeart/2011/layout/CircleProcess"/>
    <dgm:cxn modelId="{E18D64A2-1796-4F50-BE2D-C69AED1746B2}" type="presParOf" srcId="{1774EF99-8BA9-4B6D-B1C6-65BE3D7B4539}" destId="{5239344C-622E-46D7-83B2-FCD66A20B88A}" srcOrd="0" destOrd="0" presId="urn:microsoft.com/office/officeart/2011/layout/CircleProcess"/>
    <dgm:cxn modelId="{79CD61E3-F761-451B-B059-A73F6A8F53AF}" type="presParOf" srcId="{A0DEC658-3ADA-4FDC-AEE7-11B2E4896136}" destId="{EE8FBAA4-C8AC-4B8D-A33B-84E4A478C98D}" srcOrd="2" destOrd="0" presId="urn:microsoft.com/office/officeart/2011/layout/CircleProcess"/>
    <dgm:cxn modelId="{4865FAE1-3C6D-4A58-B4F9-1CD4D25B3FC6}" type="presParOf" srcId="{A0DEC658-3ADA-4FDC-AEE7-11B2E4896136}" destId="{504FC5CB-1507-4D66-B93E-0DB8D2973FE2}" srcOrd="3" destOrd="0" presId="urn:microsoft.com/office/officeart/2011/layout/CircleProcess"/>
    <dgm:cxn modelId="{6B523EF4-C63E-4598-9AEA-0C5D7E3E54B7}" type="presParOf" srcId="{504FC5CB-1507-4D66-B93E-0DB8D2973FE2}" destId="{27E28101-A942-42AC-A24A-1CCAAF352DEB}" srcOrd="0" destOrd="0" presId="urn:microsoft.com/office/officeart/2011/layout/CircleProcess"/>
    <dgm:cxn modelId="{BCF934D8-E5C8-46E8-ADE8-23235D7E639A}" type="presParOf" srcId="{A0DEC658-3ADA-4FDC-AEE7-11B2E4896136}" destId="{6817CBCA-4FDD-428C-8C1A-F12A98C1F08E}" srcOrd="4" destOrd="0" presId="urn:microsoft.com/office/officeart/2011/layout/CircleProcess"/>
    <dgm:cxn modelId="{1ADF2108-6990-4B82-95D2-ACD3FB62948C}" type="presParOf" srcId="{6817CBCA-4FDD-428C-8C1A-F12A98C1F08E}" destId="{E9B5F018-E679-4FC0-94CE-0FD72C168929}" srcOrd="0" destOrd="0" presId="urn:microsoft.com/office/officeart/2011/layout/CircleProcess"/>
    <dgm:cxn modelId="{2D7049C7-6595-4BE6-8326-C6211AA58033}" type="presParOf" srcId="{A0DEC658-3ADA-4FDC-AEE7-11B2E4896136}" destId="{0A90D063-A8CF-46E4-9837-93EE6CBCBDFC}" srcOrd="5" destOrd="0" presId="urn:microsoft.com/office/officeart/2011/layout/CircleProcess"/>
    <dgm:cxn modelId="{C23DBAA8-C72A-4FC0-B18E-119D2721950A}" type="presParOf" srcId="{A0DEC658-3ADA-4FDC-AEE7-11B2E4896136}" destId="{3D27A3E7-76E2-45C2-BBC0-21AC821464A4}" srcOrd="6" destOrd="0" presId="urn:microsoft.com/office/officeart/2011/layout/CircleProcess"/>
    <dgm:cxn modelId="{8B7E96CF-80BC-4669-BF5C-3EE87618DE6F}" type="presParOf" srcId="{3D27A3E7-76E2-45C2-BBC0-21AC821464A4}" destId="{EAEB6BEE-54A0-47AD-802A-23765428A2DE}" srcOrd="0" destOrd="0" presId="urn:microsoft.com/office/officeart/2011/layout/CircleProcess"/>
    <dgm:cxn modelId="{66DC6680-91C3-44AE-9EF0-8391ED5ACB04}" type="presParOf" srcId="{A0DEC658-3ADA-4FDC-AEE7-11B2E4896136}" destId="{6DB7DA7B-484B-4839-B3C2-AE7D6FD75345}" srcOrd="7" destOrd="0" presId="urn:microsoft.com/office/officeart/2011/layout/CircleProcess"/>
    <dgm:cxn modelId="{AA0D897A-FF1E-4BEB-94F5-C47AB80BE489}" type="presParOf" srcId="{6DB7DA7B-484B-4839-B3C2-AE7D6FD75345}" destId="{239B12AE-DBE1-415B-93AF-23344C7C3383}" srcOrd="0" destOrd="0" presId="urn:microsoft.com/office/officeart/2011/layout/CircleProcess"/>
    <dgm:cxn modelId="{AF189D00-4A91-4ECB-BDF1-0062A6D2E01A}" type="presParOf" srcId="{A0DEC658-3ADA-4FDC-AEE7-11B2E4896136}" destId="{CE60F9BB-4A31-4DD6-A7CA-796CDD6B09C3}" srcOrd="8" destOrd="0" presId="urn:microsoft.com/office/officeart/2011/layout/CircleProcess"/>
    <dgm:cxn modelId="{FC424086-0D80-4C33-896B-5B9D253EDA2F}" type="presParOf" srcId="{A0DEC658-3ADA-4FDC-AEE7-11B2E4896136}" destId="{D0E2CA69-6BFA-42E9-AC50-988A267A2746}" srcOrd="9" destOrd="0" presId="urn:microsoft.com/office/officeart/2011/layout/CircleProcess"/>
    <dgm:cxn modelId="{15667A3D-9406-4211-AE99-FBEF7A242389}" type="presParOf" srcId="{D0E2CA69-6BFA-42E9-AC50-988A267A2746}" destId="{B1B6E4B2-D1FC-4052-9D44-921E308B1FFD}" srcOrd="0" destOrd="0" presId="urn:microsoft.com/office/officeart/2011/layout/CircleProcess"/>
    <dgm:cxn modelId="{C77347D7-4D8B-401E-AD05-F4C728A44F5F}" type="presParOf" srcId="{A0DEC658-3ADA-4FDC-AEE7-11B2E4896136}" destId="{F1CC5D38-BA4F-448D-8DB6-B01128651E32}" srcOrd="10" destOrd="0" presId="urn:microsoft.com/office/officeart/2011/layout/CircleProcess"/>
    <dgm:cxn modelId="{3211B13A-3A97-4873-B6CE-DE1955BD9A34}" type="presParOf" srcId="{F1CC5D38-BA4F-448D-8DB6-B01128651E32}" destId="{7B7FEE85-4BE7-4E2B-A9D7-19A40112C2A3}" srcOrd="0" destOrd="0" presId="urn:microsoft.com/office/officeart/2011/layout/CircleProcess"/>
    <dgm:cxn modelId="{F9111A66-3DB4-4A7F-A2EF-99062EA112F9}" type="presParOf" srcId="{A0DEC658-3ADA-4FDC-AEE7-11B2E4896136}" destId="{804BD7CF-6DB3-415C-8BCA-67518F78ED5A}" srcOrd="11" destOrd="0" presId="urn:microsoft.com/office/officeart/2011/layout/CircleProcess"/>
    <dgm:cxn modelId="{68E1F1D5-1029-4A56-8C7D-82F9E97C6D12}" type="presParOf" srcId="{A0DEC658-3ADA-4FDC-AEE7-11B2E4896136}" destId="{5690E4A3-B1B2-468A-89B0-984FF9D86765}" srcOrd="12" destOrd="0" presId="urn:microsoft.com/office/officeart/2011/layout/CircleProcess"/>
    <dgm:cxn modelId="{37C8D663-DF89-4070-821B-F056C19D5426}" type="presParOf" srcId="{5690E4A3-B1B2-468A-89B0-984FF9D86765}" destId="{7D375723-2D40-4A5F-BF7F-8797CDD63F1A}" srcOrd="0" destOrd="0" presId="urn:microsoft.com/office/officeart/2011/layout/CircleProcess"/>
    <dgm:cxn modelId="{FBB0878E-D47A-42F1-897E-43349D0CD99B}" type="presParOf" srcId="{A0DEC658-3ADA-4FDC-AEE7-11B2E4896136}" destId="{2E62D008-FEB1-434D-B507-D84BBCC7871D}" srcOrd="13" destOrd="0" presId="urn:microsoft.com/office/officeart/2011/layout/CircleProcess"/>
    <dgm:cxn modelId="{DE42DE83-9FD6-4E58-8B42-31869408E312}" type="presParOf" srcId="{2E62D008-FEB1-434D-B507-D84BBCC7871D}" destId="{41BED8C7-A9ED-468F-BC87-05D56452150A}" srcOrd="0" destOrd="0" presId="urn:microsoft.com/office/officeart/2011/layout/CircleProcess"/>
    <dgm:cxn modelId="{02723745-189B-434A-A5A1-B323BE664CE6}" type="presParOf" srcId="{A0DEC658-3ADA-4FDC-AEE7-11B2E4896136}" destId="{310DA7EF-F792-45AB-947D-AFA2A10493C2}" srcOrd="14" destOrd="0" presId="urn:microsoft.com/office/officeart/2011/layout/CircleProcess"/>
    <dgm:cxn modelId="{F291683D-9E20-4DE8-A18D-4C0588908640}" type="presParOf" srcId="{A0DEC658-3ADA-4FDC-AEE7-11B2E4896136}" destId="{16EB995D-1C25-4C62-8542-289E9CEF85C0}" srcOrd="15" destOrd="0" presId="urn:microsoft.com/office/officeart/2011/layout/CircleProcess"/>
    <dgm:cxn modelId="{93F209B8-DB4E-466B-9347-7362C33B8926}" type="presParOf" srcId="{16EB995D-1C25-4C62-8542-289E9CEF85C0}" destId="{039F9A77-41E2-4F4D-9980-89885F01F2F4}" srcOrd="0" destOrd="0" presId="urn:microsoft.com/office/officeart/2011/layout/CircleProcess"/>
    <dgm:cxn modelId="{F8C220DE-6A45-4593-B54D-3FBB428DBA2F}" type="presParOf" srcId="{A0DEC658-3ADA-4FDC-AEE7-11B2E4896136}" destId="{62B0428B-2709-4F1C-A289-845F2565BE09}" srcOrd="16" destOrd="0" presId="urn:microsoft.com/office/officeart/2011/layout/CircleProcess"/>
    <dgm:cxn modelId="{DC923CA4-5D64-48AE-8CD7-57E29FE0FCF9}" type="presParOf" srcId="{62B0428B-2709-4F1C-A289-845F2565BE09}" destId="{1D205CBE-A814-43AE-8786-4769383CFC4C}" srcOrd="0" destOrd="0" presId="urn:microsoft.com/office/officeart/2011/layout/CircleProcess"/>
    <dgm:cxn modelId="{5E319834-ABBB-4F12-8E97-12CF8CB0426D}" type="presParOf" srcId="{A0DEC658-3ADA-4FDC-AEE7-11B2E4896136}" destId="{79DD08A3-2680-48DE-BDE6-C78120D7C001}" srcOrd="17" destOrd="0" presId="urn:microsoft.com/office/officeart/2011/layout/CircleProcess"/>
    <dgm:cxn modelId="{3746318F-1441-4BE5-B20C-7BD7380E1556}" type="presParOf" srcId="{A0DEC658-3ADA-4FDC-AEE7-11B2E4896136}" destId="{54EC2857-4E1D-4BA7-ADF9-22039296F5E0}" srcOrd="18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9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20" destOrd="0" presId="urn:microsoft.com/office/officeart/2011/layout/CircleProcess"/>
  </dgm:cxnLst>
  <dgm:bg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</dgm:bg>
  <dgm:whole>
    <a:ln>
      <a:solidFill>
        <a:schemeClr val="accent1">
          <a:hueOff val="0"/>
          <a:satOff val="0"/>
          <a:lumOff val="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Label Encoding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37D760C9-D293-49DD-BA2A-3B19ED90381B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Reshape Data</a:t>
          </a:r>
        </a:p>
      </dgm:t>
    </dgm:pt>
    <dgm:pt modelId="{B3B1642B-690C-4799-8E86-7F6461171BD4}" type="parTrans" cxnId="{34B5A496-D376-4459-8AD8-D419FEEAE47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385875B8-0790-4E60-9E7A-B8061DC3C914}" type="sibTrans" cxnId="{34B5A496-D376-4459-8AD8-D419FEEAE47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41CA3DE4-8076-4DB2-815D-F4BEABA11D96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Stratified Train / </a:t>
          </a:r>
          <a:r>
            <a:rPr lang="en-IN" sz="900" dirty="0">
              <a:ln>
                <a:noFill/>
              </a:ln>
            </a:rPr>
            <a:t>Val</a:t>
          </a:r>
          <a:r>
            <a:rPr lang="en-IN" sz="1000" dirty="0">
              <a:ln>
                <a:noFill/>
              </a:ln>
            </a:rPr>
            <a:t> / Test Split</a:t>
          </a:r>
        </a:p>
      </dgm:t>
    </dgm:pt>
    <dgm:pt modelId="{13F81088-72D9-4C97-A103-F2BBBF617C26}" type="parTrans" cxnId="{10489935-A61E-4C6F-8C87-F0E3A987864C}">
      <dgm:prSet/>
      <dgm:spPr/>
      <dgm:t>
        <a:bodyPr/>
        <a:lstStyle/>
        <a:p>
          <a:endParaRPr lang="en-GB"/>
        </a:p>
      </dgm:t>
    </dgm:pt>
    <dgm:pt modelId="{B1E861A4-9202-4B04-969B-4DEDDC889E03}" type="sibTrans" cxnId="{10489935-A61E-4C6F-8C87-F0E3A987864C}">
      <dgm:prSet/>
      <dgm:spPr/>
      <dgm:t>
        <a:bodyPr/>
        <a:lstStyle/>
        <a:p>
          <a:endParaRPr lang="en-GB"/>
        </a:p>
      </dgm:t>
    </dgm:pt>
    <dgm:pt modelId="{B31CD2D2-4526-4F72-8A76-44C704DC1E09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End</a:t>
          </a:r>
        </a:p>
      </dgm:t>
    </dgm:pt>
    <dgm:pt modelId="{EB5B0DDD-2A05-4DFF-9383-F2D9A49B54CD}" type="parTrans" cxnId="{F290D9CF-2448-4A81-BE84-28078FF4B6D6}">
      <dgm:prSet/>
      <dgm:spPr/>
      <dgm:t>
        <a:bodyPr/>
        <a:lstStyle/>
        <a:p>
          <a:endParaRPr lang="en-GB"/>
        </a:p>
      </dgm:t>
    </dgm:pt>
    <dgm:pt modelId="{772FC381-4F51-4140-8252-131566462C85}" type="sibTrans" cxnId="{F290D9CF-2448-4A81-BE84-28078FF4B6D6}">
      <dgm:prSet/>
      <dgm:spPr/>
      <dgm:t>
        <a:bodyPr/>
        <a:lstStyle/>
        <a:p>
          <a:endParaRPr lang="en-GB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BA50818-F7FC-4E12-A5C2-F15F5DAB1B89}" type="pres">
      <dgm:prSet presAssocID="{B31CD2D2-4526-4F72-8A76-44C704DC1E09}" presName="Accent4" presStyleCnt="0"/>
      <dgm:spPr/>
    </dgm:pt>
    <dgm:pt modelId="{7693D481-160E-4DC0-A409-53DB02DF12E4}" type="pres">
      <dgm:prSet presAssocID="{B31CD2D2-4526-4F72-8A76-44C704DC1E09}" presName="Accent" presStyleLbl="node1" presStyleIdx="0" presStyleCnt="4"/>
      <dgm:spPr/>
    </dgm:pt>
    <dgm:pt modelId="{86ABD7BC-3BD2-4329-9B11-63A192388D60}" type="pres">
      <dgm:prSet presAssocID="{B31CD2D2-4526-4F72-8A76-44C704DC1E09}" presName="ParentBackground4" presStyleCnt="0"/>
      <dgm:spPr/>
    </dgm:pt>
    <dgm:pt modelId="{D6B4CFA8-1E91-4C7A-A280-423E67678970}" type="pres">
      <dgm:prSet presAssocID="{B31CD2D2-4526-4F72-8A76-44C704DC1E09}" presName="ParentBackground" presStyleLbl="fgAcc1" presStyleIdx="0" presStyleCnt="4"/>
      <dgm:spPr/>
    </dgm:pt>
    <dgm:pt modelId="{B7A59797-AAC9-49FA-90CC-9E3DEB397916}" type="pres">
      <dgm:prSet presAssocID="{B31CD2D2-4526-4F72-8A76-44C704DC1E0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934DDB5-CBC9-453A-A351-84D6570348CC}" type="pres">
      <dgm:prSet presAssocID="{41CA3DE4-8076-4DB2-815D-F4BEABA11D96}" presName="Accent3" presStyleCnt="0"/>
      <dgm:spPr/>
    </dgm:pt>
    <dgm:pt modelId="{5D55DFD1-CE81-46C2-A9E9-F075EEA8F875}" type="pres">
      <dgm:prSet presAssocID="{41CA3DE4-8076-4DB2-815D-F4BEABA11D96}" presName="Accent" presStyleLbl="node1" presStyleIdx="1" presStyleCnt="4"/>
      <dgm:spPr/>
    </dgm:pt>
    <dgm:pt modelId="{08431DA3-3E8C-41E6-AE3D-19075BD38218}" type="pres">
      <dgm:prSet presAssocID="{41CA3DE4-8076-4DB2-815D-F4BEABA11D96}" presName="ParentBackground3" presStyleCnt="0"/>
      <dgm:spPr/>
    </dgm:pt>
    <dgm:pt modelId="{6A593D49-F283-4863-8CCF-3D507A4D545B}" type="pres">
      <dgm:prSet presAssocID="{41CA3DE4-8076-4DB2-815D-F4BEABA11D96}" presName="ParentBackground" presStyleLbl="fgAcc1" presStyleIdx="1" presStyleCnt="4" custLinFactNeighborY="-1810"/>
      <dgm:spPr/>
    </dgm:pt>
    <dgm:pt modelId="{B0BE1CCF-C869-4738-ADE9-0FADC8CDB043}" type="pres">
      <dgm:prSet presAssocID="{41CA3DE4-8076-4DB2-815D-F4BEABA11D9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B995D-1C25-4C62-8542-289E9CEF85C0}" type="pres">
      <dgm:prSet presAssocID="{37D760C9-D293-49DD-BA2A-3B19ED90381B}" presName="Accent2" presStyleCnt="0"/>
      <dgm:spPr/>
    </dgm:pt>
    <dgm:pt modelId="{039F9A77-41E2-4F4D-9980-89885F01F2F4}" type="pres">
      <dgm:prSet presAssocID="{37D760C9-D293-49DD-BA2A-3B19ED90381B}" presName="Accent" presStyleLbl="node1" presStyleIdx="2" presStyleCnt="4"/>
      <dgm:spPr/>
    </dgm:pt>
    <dgm:pt modelId="{62B0428B-2709-4F1C-A289-845F2565BE09}" type="pres">
      <dgm:prSet presAssocID="{37D760C9-D293-49DD-BA2A-3B19ED90381B}" presName="ParentBackground2" presStyleCnt="0"/>
      <dgm:spPr/>
    </dgm:pt>
    <dgm:pt modelId="{1D205CBE-A814-43AE-8786-4769383CFC4C}" type="pres">
      <dgm:prSet presAssocID="{37D760C9-D293-49DD-BA2A-3B19ED90381B}" presName="ParentBackground" presStyleLbl="fgAcc1" presStyleIdx="2" presStyleCnt="4"/>
      <dgm:spPr/>
    </dgm:pt>
    <dgm:pt modelId="{79DD08A3-2680-48DE-BDE6-C78120D7C001}" type="pres">
      <dgm:prSet presAssocID="{37D760C9-D293-49DD-BA2A-3B19ED9038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3" presStyleCnt="4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3" presStyleCnt="4" custLinFactNeighborY="0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1858150E-A7A9-4A8F-993C-1A8DEC4D2253}" type="presOf" srcId="{41CA3DE4-8076-4DB2-815D-F4BEABA11D96}" destId="{6A593D49-F283-4863-8CCF-3D507A4D545B}" srcOrd="0" destOrd="0" presId="urn:microsoft.com/office/officeart/2011/layout/CircleProcess"/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10489935-A61E-4C6F-8C87-F0E3A987864C}" srcId="{9A0A5950-1A45-42C5-BD22-D4D6BBD70287}" destId="{41CA3DE4-8076-4DB2-815D-F4BEABA11D96}" srcOrd="2" destOrd="0" parTransId="{13F81088-72D9-4C97-A103-F2BBBF617C26}" sibTransId="{B1E861A4-9202-4B04-969B-4DEDDC889E03}"/>
    <dgm:cxn modelId="{F4666B3C-75C0-474F-86BB-C4B928AC28E1}" type="presOf" srcId="{41CA3DE4-8076-4DB2-815D-F4BEABA11D96}" destId="{B0BE1CCF-C869-4738-ADE9-0FADC8CDB043}" srcOrd="1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82109E7C-33A7-46C3-9CE6-DFCD757900D6}" type="presOf" srcId="{37D760C9-D293-49DD-BA2A-3B19ED90381B}" destId="{79DD08A3-2680-48DE-BDE6-C78120D7C001}" srcOrd="1" destOrd="0" presId="urn:microsoft.com/office/officeart/2011/layout/CircleProcess"/>
    <dgm:cxn modelId="{552D908B-7FBF-4E28-859A-1A3B01D9D08F}" type="presOf" srcId="{B31CD2D2-4526-4F72-8A76-44C704DC1E09}" destId="{D6B4CFA8-1E91-4C7A-A280-423E67678970}" srcOrd="0" destOrd="0" presId="urn:microsoft.com/office/officeart/2011/layout/CircleProcess"/>
    <dgm:cxn modelId="{972C878D-B834-4CC9-B7D1-B83A8B99AE23}" type="presOf" srcId="{37D760C9-D293-49DD-BA2A-3B19ED90381B}" destId="{1D205CBE-A814-43AE-8786-4769383CFC4C}" srcOrd="0" destOrd="0" presId="urn:microsoft.com/office/officeart/2011/layout/CircleProcess"/>
    <dgm:cxn modelId="{34B5A496-D376-4459-8AD8-D419FEEAE478}" srcId="{9A0A5950-1A45-42C5-BD22-D4D6BBD70287}" destId="{37D760C9-D293-49DD-BA2A-3B19ED90381B}" srcOrd="1" destOrd="0" parTransId="{B3B1642B-690C-4799-8E86-7F6461171BD4}" sibTransId="{385875B8-0790-4E60-9E7A-B8061DC3C914}"/>
    <dgm:cxn modelId="{DCD0FDA8-71BF-4B7B-8566-809F35725B2C}" type="presOf" srcId="{B31CD2D2-4526-4F72-8A76-44C704DC1E09}" destId="{B7A59797-AAC9-49FA-90CC-9E3DEB397916}" srcOrd="1" destOrd="0" presId="urn:microsoft.com/office/officeart/2011/layout/CircleProcess"/>
    <dgm:cxn modelId="{F290D9CF-2448-4A81-BE84-28078FF4B6D6}" srcId="{9A0A5950-1A45-42C5-BD22-D4D6BBD70287}" destId="{B31CD2D2-4526-4F72-8A76-44C704DC1E09}" srcOrd="3" destOrd="0" parTransId="{EB5B0DDD-2A05-4DFF-9383-F2D9A49B54CD}" sibTransId="{772FC381-4F51-4140-8252-131566462C85}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23A73338-A9D2-4DC0-A154-C44955AB3B07}" type="presParOf" srcId="{A0DEC658-3ADA-4FDC-AEE7-11B2E4896136}" destId="{8BA50818-F7FC-4E12-A5C2-F15F5DAB1B89}" srcOrd="0" destOrd="0" presId="urn:microsoft.com/office/officeart/2011/layout/CircleProcess"/>
    <dgm:cxn modelId="{E0E8D6ED-EEFA-4F89-88CF-A47ECC6DA9DF}" type="presParOf" srcId="{8BA50818-F7FC-4E12-A5C2-F15F5DAB1B89}" destId="{7693D481-160E-4DC0-A409-53DB02DF12E4}" srcOrd="0" destOrd="0" presId="urn:microsoft.com/office/officeart/2011/layout/CircleProcess"/>
    <dgm:cxn modelId="{82D0CCE0-8BC3-469F-A556-A2C1E5DB9AE1}" type="presParOf" srcId="{A0DEC658-3ADA-4FDC-AEE7-11B2E4896136}" destId="{86ABD7BC-3BD2-4329-9B11-63A192388D60}" srcOrd="1" destOrd="0" presId="urn:microsoft.com/office/officeart/2011/layout/CircleProcess"/>
    <dgm:cxn modelId="{40F4D032-9CBF-429D-AFBA-07F04ECC7DBB}" type="presParOf" srcId="{86ABD7BC-3BD2-4329-9B11-63A192388D60}" destId="{D6B4CFA8-1E91-4C7A-A280-423E67678970}" srcOrd="0" destOrd="0" presId="urn:microsoft.com/office/officeart/2011/layout/CircleProcess"/>
    <dgm:cxn modelId="{57AF3D7A-583A-4CA3-B566-2FDFE4AA74AB}" type="presParOf" srcId="{A0DEC658-3ADA-4FDC-AEE7-11B2E4896136}" destId="{B7A59797-AAC9-49FA-90CC-9E3DEB397916}" srcOrd="2" destOrd="0" presId="urn:microsoft.com/office/officeart/2011/layout/CircleProcess"/>
    <dgm:cxn modelId="{0087131C-EC1E-4A40-918C-E83EF258A216}" type="presParOf" srcId="{A0DEC658-3ADA-4FDC-AEE7-11B2E4896136}" destId="{A934DDB5-CBC9-453A-A351-84D6570348CC}" srcOrd="3" destOrd="0" presId="urn:microsoft.com/office/officeart/2011/layout/CircleProcess"/>
    <dgm:cxn modelId="{EC7AEDB4-4C8D-44FC-9630-6D9A975C4304}" type="presParOf" srcId="{A934DDB5-CBC9-453A-A351-84D6570348CC}" destId="{5D55DFD1-CE81-46C2-A9E9-F075EEA8F875}" srcOrd="0" destOrd="0" presId="urn:microsoft.com/office/officeart/2011/layout/CircleProcess"/>
    <dgm:cxn modelId="{07AF35C0-4F53-4F64-917D-0DCC13CE000B}" type="presParOf" srcId="{A0DEC658-3ADA-4FDC-AEE7-11B2E4896136}" destId="{08431DA3-3E8C-41E6-AE3D-19075BD38218}" srcOrd="4" destOrd="0" presId="urn:microsoft.com/office/officeart/2011/layout/CircleProcess"/>
    <dgm:cxn modelId="{DB2C509F-D748-4894-9EE6-72C697F5CDC3}" type="presParOf" srcId="{08431DA3-3E8C-41E6-AE3D-19075BD38218}" destId="{6A593D49-F283-4863-8CCF-3D507A4D545B}" srcOrd="0" destOrd="0" presId="urn:microsoft.com/office/officeart/2011/layout/CircleProcess"/>
    <dgm:cxn modelId="{AE3F784B-033B-4274-9F30-D6503865340B}" type="presParOf" srcId="{A0DEC658-3ADA-4FDC-AEE7-11B2E4896136}" destId="{B0BE1CCF-C869-4738-ADE9-0FADC8CDB043}" srcOrd="5" destOrd="0" presId="urn:microsoft.com/office/officeart/2011/layout/CircleProcess"/>
    <dgm:cxn modelId="{F291683D-9E20-4DE8-A18D-4C0588908640}" type="presParOf" srcId="{A0DEC658-3ADA-4FDC-AEE7-11B2E4896136}" destId="{16EB995D-1C25-4C62-8542-289E9CEF85C0}" srcOrd="6" destOrd="0" presId="urn:microsoft.com/office/officeart/2011/layout/CircleProcess"/>
    <dgm:cxn modelId="{93F209B8-DB4E-466B-9347-7362C33B8926}" type="presParOf" srcId="{16EB995D-1C25-4C62-8542-289E9CEF85C0}" destId="{039F9A77-41E2-4F4D-9980-89885F01F2F4}" srcOrd="0" destOrd="0" presId="urn:microsoft.com/office/officeart/2011/layout/CircleProcess"/>
    <dgm:cxn modelId="{F8C220DE-6A45-4593-B54D-3FBB428DBA2F}" type="presParOf" srcId="{A0DEC658-3ADA-4FDC-AEE7-11B2E4896136}" destId="{62B0428B-2709-4F1C-A289-845F2565BE09}" srcOrd="7" destOrd="0" presId="urn:microsoft.com/office/officeart/2011/layout/CircleProcess"/>
    <dgm:cxn modelId="{DC923CA4-5D64-48AE-8CD7-57E29FE0FCF9}" type="presParOf" srcId="{62B0428B-2709-4F1C-A289-845F2565BE09}" destId="{1D205CBE-A814-43AE-8786-4769383CFC4C}" srcOrd="0" destOrd="0" presId="urn:microsoft.com/office/officeart/2011/layout/CircleProcess"/>
    <dgm:cxn modelId="{5E319834-ABBB-4F12-8E97-12CF8CB0426D}" type="presParOf" srcId="{A0DEC658-3ADA-4FDC-AEE7-11B2E4896136}" destId="{79DD08A3-2680-48DE-BDE6-C78120D7C001}" srcOrd="8" destOrd="0" presId="urn:microsoft.com/office/officeart/2011/layout/CircleProcess"/>
    <dgm:cxn modelId="{3746318F-1441-4BE5-B20C-7BD7380E1556}" type="presParOf" srcId="{A0DEC658-3ADA-4FDC-AEE7-11B2E4896136}" destId="{54EC2857-4E1D-4BA7-ADF9-22039296F5E0}" srcOrd="9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0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11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pPr algn="ctr"/>
          <a:r>
            <a:rPr lang="en-IN" sz="1000" dirty="0">
              <a:ln>
                <a:noFill/>
              </a:ln>
            </a:rPr>
            <a:t>ResNet-1D Block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pPr algn="ctr"/>
          <a:endParaRPr lang="en-IN">
            <a:ln>
              <a:noFill/>
            </a:ln>
          </a:endParaRPr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pPr algn="ctr"/>
          <a:endParaRPr lang="en-IN">
            <a:ln>
              <a:noFill/>
            </a:ln>
          </a:endParaRPr>
        </a:p>
      </dgm:t>
    </dgm:pt>
    <dgm:pt modelId="{37D760C9-D293-49DD-BA2A-3B19ED90381B}">
      <dgm:prSet phldrT="[Text]" custT="1"/>
      <dgm:spPr/>
      <dgm:t>
        <a:bodyPr/>
        <a:lstStyle/>
        <a:p>
          <a:pPr algn="ctr"/>
          <a:r>
            <a:rPr lang="en-IN" sz="1000" dirty="0">
              <a:ln>
                <a:noFill/>
              </a:ln>
            </a:rPr>
            <a:t>Bidirectional LSTM</a:t>
          </a:r>
        </a:p>
      </dgm:t>
    </dgm:pt>
    <dgm:pt modelId="{B3B1642B-690C-4799-8E86-7F6461171BD4}" type="parTrans" cxnId="{34B5A496-D376-4459-8AD8-D419FEEAE478}">
      <dgm:prSet/>
      <dgm:spPr/>
      <dgm:t>
        <a:bodyPr/>
        <a:lstStyle/>
        <a:p>
          <a:pPr algn="ctr"/>
          <a:endParaRPr lang="en-IN">
            <a:ln>
              <a:noFill/>
            </a:ln>
          </a:endParaRPr>
        </a:p>
      </dgm:t>
    </dgm:pt>
    <dgm:pt modelId="{385875B8-0790-4E60-9E7A-B8061DC3C914}" type="sibTrans" cxnId="{34B5A496-D376-4459-8AD8-D419FEEAE478}">
      <dgm:prSet/>
      <dgm:spPr/>
      <dgm:t>
        <a:bodyPr/>
        <a:lstStyle/>
        <a:p>
          <a:pPr algn="ctr"/>
          <a:endParaRPr lang="en-IN">
            <a:ln>
              <a:noFill/>
            </a:ln>
          </a:endParaRPr>
        </a:p>
      </dgm:t>
    </dgm:pt>
    <dgm:pt modelId="{41CA3DE4-8076-4DB2-815D-F4BEABA11D96}">
      <dgm:prSet phldrT="[Text]" custT="1"/>
      <dgm:spPr/>
      <dgm:t>
        <a:bodyPr/>
        <a:lstStyle/>
        <a:p>
          <a:pPr algn="ctr"/>
          <a:r>
            <a:rPr lang="en-IN" sz="1000" dirty="0">
              <a:ln>
                <a:noFill/>
              </a:ln>
            </a:rPr>
            <a:t>Attention Mechanism</a:t>
          </a:r>
        </a:p>
      </dgm:t>
    </dgm:pt>
    <dgm:pt modelId="{13F81088-72D9-4C97-A103-F2BBBF617C26}" type="parTrans" cxnId="{10489935-A61E-4C6F-8C87-F0E3A987864C}">
      <dgm:prSet/>
      <dgm:spPr/>
      <dgm:t>
        <a:bodyPr/>
        <a:lstStyle/>
        <a:p>
          <a:pPr algn="ctr"/>
          <a:endParaRPr lang="en-GB"/>
        </a:p>
      </dgm:t>
    </dgm:pt>
    <dgm:pt modelId="{B1E861A4-9202-4B04-969B-4DEDDC889E03}" type="sibTrans" cxnId="{10489935-A61E-4C6F-8C87-F0E3A987864C}">
      <dgm:prSet/>
      <dgm:spPr/>
      <dgm:t>
        <a:bodyPr/>
        <a:lstStyle/>
        <a:p>
          <a:pPr algn="ctr"/>
          <a:endParaRPr lang="en-GB"/>
        </a:p>
      </dgm:t>
    </dgm:pt>
    <dgm:pt modelId="{F7E447EC-25C8-4E37-9AA4-F5E9EAE20480}">
      <dgm:prSet phldrT="[Text]" custT="1"/>
      <dgm:spPr/>
      <dgm:t>
        <a:bodyPr/>
        <a:lstStyle/>
        <a:p>
          <a:pPr algn="ctr"/>
          <a:r>
            <a:rPr lang="en-IN" sz="1000" dirty="0">
              <a:ln>
                <a:noFill/>
              </a:ln>
            </a:rPr>
            <a:t>Global Pooling</a:t>
          </a:r>
        </a:p>
      </dgm:t>
    </dgm:pt>
    <dgm:pt modelId="{ACFABDCE-6604-490F-81AB-B95EA2C48ED1}" type="parTrans" cxnId="{8DF5006F-57EE-4835-B277-DDED4BD1054A}">
      <dgm:prSet/>
      <dgm:spPr/>
      <dgm:t>
        <a:bodyPr/>
        <a:lstStyle/>
        <a:p>
          <a:pPr algn="ctr"/>
          <a:endParaRPr lang="en-GB"/>
        </a:p>
      </dgm:t>
    </dgm:pt>
    <dgm:pt modelId="{012141EC-62F5-4562-B42E-9A7D4B893FBE}" type="sibTrans" cxnId="{8DF5006F-57EE-4835-B277-DDED4BD1054A}">
      <dgm:prSet/>
      <dgm:spPr/>
      <dgm:t>
        <a:bodyPr/>
        <a:lstStyle/>
        <a:p>
          <a:pPr algn="ctr"/>
          <a:endParaRPr lang="en-GB"/>
        </a:p>
      </dgm:t>
    </dgm:pt>
    <dgm:pt modelId="{6A98D55C-4A31-4086-8978-63069F0ADC71}">
      <dgm:prSet phldrT="[Text]" custT="1"/>
      <dgm:spPr/>
      <dgm:t>
        <a:bodyPr/>
        <a:lstStyle/>
        <a:p>
          <a:pPr algn="ctr"/>
          <a:r>
            <a:rPr lang="en-IN" sz="1000" dirty="0">
              <a:ln>
                <a:noFill/>
              </a:ln>
            </a:rPr>
            <a:t>Dense Classification </a:t>
          </a:r>
        </a:p>
      </dgm:t>
    </dgm:pt>
    <dgm:pt modelId="{82B96981-BFEE-4FEE-B1AC-AF2597526A86}" type="parTrans" cxnId="{3D509192-59F2-4E0A-944D-DE042CC16700}">
      <dgm:prSet/>
      <dgm:spPr/>
      <dgm:t>
        <a:bodyPr/>
        <a:lstStyle/>
        <a:p>
          <a:pPr algn="ctr"/>
          <a:endParaRPr lang="en-GB"/>
        </a:p>
      </dgm:t>
    </dgm:pt>
    <dgm:pt modelId="{44C641A8-4A0D-42D9-884E-285A2025EDB2}" type="sibTrans" cxnId="{3D509192-59F2-4E0A-944D-DE042CC16700}">
      <dgm:prSet/>
      <dgm:spPr/>
      <dgm:t>
        <a:bodyPr/>
        <a:lstStyle/>
        <a:p>
          <a:pPr algn="ctr"/>
          <a:endParaRPr lang="en-GB"/>
        </a:p>
      </dgm:t>
    </dgm:pt>
    <dgm:pt modelId="{5BFAAAAE-9A2D-4291-9FC5-F0DCD5F5C873}">
      <dgm:prSet phldrT="[Text]" custT="1"/>
      <dgm:spPr/>
      <dgm:t>
        <a:bodyPr/>
        <a:lstStyle/>
        <a:p>
          <a:pPr algn="ctr"/>
          <a:r>
            <a:rPr lang="en-IN" sz="1000" dirty="0">
              <a:ln>
                <a:noFill/>
              </a:ln>
            </a:rPr>
            <a:t>End</a:t>
          </a:r>
        </a:p>
      </dgm:t>
    </dgm:pt>
    <dgm:pt modelId="{B164379E-7472-493C-910C-111B792A0387}" type="parTrans" cxnId="{0917C11F-3E6B-4A12-94EB-4A21DC89EC57}">
      <dgm:prSet/>
      <dgm:spPr/>
      <dgm:t>
        <a:bodyPr/>
        <a:lstStyle/>
        <a:p>
          <a:pPr algn="ctr"/>
          <a:endParaRPr lang="en-GB"/>
        </a:p>
      </dgm:t>
    </dgm:pt>
    <dgm:pt modelId="{0F592C25-DA91-4337-9592-07256FD11031}" type="sibTrans" cxnId="{0917C11F-3E6B-4A12-94EB-4A21DC89EC57}">
      <dgm:prSet/>
      <dgm:spPr/>
      <dgm:t>
        <a:bodyPr/>
        <a:lstStyle/>
        <a:p>
          <a:pPr algn="ctr"/>
          <a:endParaRPr lang="en-GB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E640EE9-285C-4169-A2A6-50AE7DB9A021}" type="pres">
      <dgm:prSet presAssocID="{5BFAAAAE-9A2D-4291-9FC5-F0DCD5F5C873}" presName="Accent6" presStyleCnt="0"/>
      <dgm:spPr/>
    </dgm:pt>
    <dgm:pt modelId="{C8E35F37-37DC-4902-A012-0C080868C832}" type="pres">
      <dgm:prSet presAssocID="{5BFAAAAE-9A2D-4291-9FC5-F0DCD5F5C873}" presName="Accent" presStyleLbl="node1" presStyleIdx="0" presStyleCnt="6"/>
      <dgm:spPr/>
    </dgm:pt>
    <dgm:pt modelId="{785CE40F-67A2-40BB-AF0C-E6B56362B9D5}" type="pres">
      <dgm:prSet presAssocID="{5BFAAAAE-9A2D-4291-9FC5-F0DCD5F5C873}" presName="ParentBackground6" presStyleCnt="0"/>
      <dgm:spPr/>
    </dgm:pt>
    <dgm:pt modelId="{4DF2FA7A-886B-4B4B-BA24-66D479357485}" type="pres">
      <dgm:prSet presAssocID="{5BFAAAAE-9A2D-4291-9FC5-F0DCD5F5C873}" presName="ParentBackground" presStyleLbl="fgAcc1" presStyleIdx="0" presStyleCnt="6" custLinFactNeighborY="9176"/>
      <dgm:spPr/>
    </dgm:pt>
    <dgm:pt modelId="{C7CB0EB9-8DEB-473B-B184-639163108B9D}" type="pres">
      <dgm:prSet presAssocID="{5BFAAAAE-9A2D-4291-9FC5-F0DCD5F5C873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E1B90B8-6564-49A1-A617-997A2FCFB607}" type="pres">
      <dgm:prSet presAssocID="{6A98D55C-4A31-4086-8978-63069F0ADC71}" presName="Accent5" presStyleCnt="0"/>
      <dgm:spPr/>
    </dgm:pt>
    <dgm:pt modelId="{01F75757-90BD-475F-B172-5B6187F4E938}" type="pres">
      <dgm:prSet presAssocID="{6A98D55C-4A31-4086-8978-63069F0ADC71}" presName="Accent" presStyleLbl="node1" presStyleIdx="1" presStyleCnt="6"/>
      <dgm:spPr/>
    </dgm:pt>
    <dgm:pt modelId="{D3D222DF-5E9C-4772-ABD8-F400BC32418C}" type="pres">
      <dgm:prSet presAssocID="{6A98D55C-4A31-4086-8978-63069F0ADC71}" presName="ParentBackground5" presStyleCnt="0"/>
      <dgm:spPr/>
    </dgm:pt>
    <dgm:pt modelId="{A34CF0BC-98FC-45AB-8753-15A8031A9D5D}" type="pres">
      <dgm:prSet presAssocID="{6A98D55C-4A31-4086-8978-63069F0ADC71}" presName="ParentBackground" presStyleLbl="fgAcc1" presStyleIdx="1" presStyleCnt="6"/>
      <dgm:spPr/>
    </dgm:pt>
    <dgm:pt modelId="{56CF5EC8-3508-461E-9BB5-2A25C2A98837}" type="pres">
      <dgm:prSet presAssocID="{6A98D55C-4A31-4086-8978-63069F0ADC71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C4317B1F-22DB-43DA-9271-8FD0275ECC14}" type="pres">
      <dgm:prSet presAssocID="{F7E447EC-25C8-4E37-9AA4-F5E9EAE20480}" presName="Accent4" presStyleCnt="0"/>
      <dgm:spPr/>
    </dgm:pt>
    <dgm:pt modelId="{DD5B516E-4019-4233-90B9-87D0055D4AE5}" type="pres">
      <dgm:prSet presAssocID="{F7E447EC-25C8-4E37-9AA4-F5E9EAE20480}" presName="Accent" presStyleLbl="node1" presStyleIdx="2" presStyleCnt="6"/>
      <dgm:spPr/>
    </dgm:pt>
    <dgm:pt modelId="{14DFB4E4-5B5C-4A61-B1DA-942CE71A2AD0}" type="pres">
      <dgm:prSet presAssocID="{F7E447EC-25C8-4E37-9AA4-F5E9EAE20480}" presName="ParentBackground4" presStyleCnt="0"/>
      <dgm:spPr/>
    </dgm:pt>
    <dgm:pt modelId="{14A428F7-1359-448E-B0AB-3BCCF3C8AAD0}" type="pres">
      <dgm:prSet presAssocID="{F7E447EC-25C8-4E37-9AA4-F5E9EAE20480}" presName="ParentBackground" presStyleLbl="fgAcc1" presStyleIdx="2" presStyleCnt="6"/>
      <dgm:spPr/>
    </dgm:pt>
    <dgm:pt modelId="{4EB48FA6-5A2A-488E-94D0-881D8927EBB9}" type="pres">
      <dgm:prSet presAssocID="{F7E447EC-25C8-4E37-9AA4-F5E9EAE20480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934DDB5-CBC9-453A-A351-84D6570348CC}" type="pres">
      <dgm:prSet presAssocID="{41CA3DE4-8076-4DB2-815D-F4BEABA11D96}" presName="Accent3" presStyleCnt="0"/>
      <dgm:spPr/>
    </dgm:pt>
    <dgm:pt modelId="{5D55DFD1-CE81-46C2-A9E9-F075EEA8F875}" type="pres">
      <dgm:prSet presAssocID="{41CA3DE4-8076-4DB2-815D-F4BEABA11D96}" presName="Accent" presStyleLbl="node1" presStyleIdx="3" presStyleCnt="6"/>
      <dgm:spPr/>
    </dgm:pt>
    <dgm:pt modelId="{08431DA3-3E8C-41E6-AE3D-19075BD38218}" type="pres">
      <dgm:prSet presAssocID="{41CA3DE4-8076-4DB2-815D-F4BEABA11D96}" presName="ParentBackground3" presStyleCnt="0"/>
      <dgm:spPr/>
    </dgm:pt>
    <dgm:pt modelId="{6A593D49-F283-4863-8CCF-3D507A4D545B}" type="pres">
      <dgm:prSet presAssocID="{41CA3DE4-8076-4DB2-815D-F4BEABA11D96}" presName="ParentBackground" presStyleLbl="fgAcc1" presStyleIdx="3" presStyleCnt="6" custLinFactNeighborY="-1810"/>
      <dgm:spPr/>
    </dgm:pt>
    <dgm:pt modelId="{B0BE1CCF-C869-4738-ADE9-0FADC8CDB043}" type="pres">
      <dgm:prSet presAssocID="{41CA3DE4-8076-4DB2-815D-F4BEABA11D9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B995D-1C25-4C62-8542-289E9CEF85C0}" type="pres">
      <dgm:prSet presAssocID="{37D760C9-D293-49DD-BA2A-3B19ED90381B}" presName="Accent2" presStyleCnt="0"/>
      <dgm:spPr/>
    </dgm:pt>
    <dgm:pt modelId="{039F9A77-41E2-4F4D-9980-89885F01F2F4}" type="pres">
      <dgm:prSet presAssocID="{37D760C9-D293-49DD-BA2A-3B19ED90381B}" presName="Accent" presStyleLbl="node1" presStyleIdx="4" presStyleCnt="6"/>
      <dgm:spPr/>
    </dgm:pt>
    <dgm:pt modelId="{62B0428B-2709-4F1C-A289-845F2565BE09}" type="pres">
      <dgm:prSet presAssocID="{37D760C9-D293-49DD-BA2A-3B19ED90381B}" presName="ParentBackground2" presStyleCnt="0"/>
      <dgm:spPr/>
    </dgm:pt>
    <dgm:pt modelId="{1D205CBE-A814-43AE-8786-4769383CFC4C}" type="pres">
      <dgm:prSet presAssocID="{37D760C9-D293-49DD-BA2A-3B19ED90381B}" presName="ParentBackground" presStyleLbl="fgAcc1" presStyleIdx="4" presStyleCnt="6"/>
      <dgm:spPr/>
    </dgm:pt>
    <dgm:pt modelId="{79DD08A3-2680-48DE-BDE6-C78120D7C001}" type="pres">
      <dgm:prSet presAssocID="{37D760C9-D293-49DD-BA2A-3B19ED9038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5" presStyleCnt="6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5" presStyleCnt="6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F9557E0A-4C3C-4E91-A49E-6A58B4ADDE73}" type="presOf" srcId="{F7E447EC-25C8-4E37-9AA4-F5E9EAE20480}" destId="{14A428F7-1359-448E-B0AB-3BCCF3C8AAD0}" srcOrd="0" destOrd="0" presId="urn:microsoft.com/office/officeart/2011/layout/CircleProcess"/>
    <dgm:cxn modelId="{1858150E-A7A9-4A8F-993C-1A8DEC4D2253}" type="presOf" srcId="{41CA3DE4-8076-4DB2-815D-F4BEABA11D96}" destId="{6A593D49-F283-4863-8CCF-3D507A4D545B}" srcOrd="0" destOrd="0" presId="urn:microsoft.com/office/officeart/2011/layout/CircleProcess"/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0917C11F-3E6B-4A12-94EB-4A21DC89EC57}" srcId="{9A0A5950-1A45-42C5-BD22-D4D6BBD70287}" destId="{5BFAAAAE-9A2D-4291-9FC5-F0DCD5F5C873}" srcOrd="5" destOrd="0" parTransId="{B164379E-7472-493C-910C-111B792A0387}" sibTransId="{0F592C25-DA91-4337-9592-07256FD11031}"/>
    <dgm:cxn modelId="{10489935-A61E-4C6F-8C87-F0E3A987864C}" srcId="{9A0A5950-1A45-42C5-BD22-D4D6BBD70287}" destId="{41CA3DE4-8076-4DB2-815D-F4BEABA11D96}" srcOrd="2" destOrd="0" parTransId="{13F81088-72D9-4C97-A103-F2BBBF617C26}" sibTransId="{B1E861A4-9202-4B04-969B-4DEDDC889E03}"/>
    <dgm:cxn modelId="{F4666B3C-75C0-474F-86BB-C4B928AC28E1}" type="presOf" srcId="{41CA3DE4-8076-4DB2-815D-F4BEABA11D96}" destId="{B0BE1CCF-C869-4738-ADE9-0FADC8CDB043}" srcOrd="1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8DF5006F-57EE-4835-B277-DDED4BD1054A}" srcId="{9A0A5950-1A45-42C5-BD22-D4D6BBD70287}" destId="{F7E447EC-25C8-4E37-9AA4-F5E9EAE20480}" srcOrd="3" destOrd="0" parTransId="{ACFABDCE-6604-490F-81AB-B95EA2C48ED1}" sibTransId="{012141EC-62F5-4562-B42E-9A7D4B893FBE}"/>
    <dgm:cxn modelId="{EB3B624F-FBFB-49AE-9EB7-216D904208EF}" type="presOf" srcId="{5BFAAAAE-9A2D-4291-9FC5-F0DCD5F5C873}" destId="{4DF2FA7A-886B-4B4B-BA24-66D479357485}" srcOrd="0" destOrd="0" presId="urn:microsoft.com/office/officeart/2011/layout/CircleProcess"/>
    <dgm:cxn modelId="{F6222975-1DFF-4C5C-AC5A-5337ABA0A28C}" type="presOf" srcId="{6A98D55C-4A31-4086-8978-63069F0ADC71}" destId="{56CF5EC8-3508-461E-9BB5-2A25C2A98837}" srcOrd="1" destOrd="0" presId="urn:microsoft.com/office/officeart/2011/layout/CircleProcess"/>
    <dgm:cxn modelId="{82109E7C-33A7-46C3-9CE6-DFCD757900D6}" type="presOf" srcId="{37D760C9-D293-49DD-BA2A-3B19ED90381B}" destId="{79DD08A3-2680-48DE-BDE6-C78120D7C001}" srcOrd="1" destOrd="0" presId="urn:microsoft.com/office/officeart/2011/layout/CircleProcess"/>
    <dgm:cxn modelId="{48A17683-5E1E-47A9-8739-CFF88761734C}" type="presOf" srcId="{F7E447EC-25C8-4E37-9AA4-F5E9EAE20480}" destId="{4EB48FA6-5A2A-488E-94D0-881D8927EBB9}" srcOrd="1" destOrd="0" presId="urn:microsoft.com/office/officeart/2011/layout/CircleProcess"/>
    <dgm:cxn modelId="{972C878D-B834-4CC9-B7D1-B83A8B99AE23}" type="presOf" srcId="{37D760C9-D293-49DD-BA2A-3B19ED90381B}" destId="{1D205CBE-A814-43AE-8786-4769383CFC4C}" srcOrd="0" destOrd="0" presId="urn:microsoft.com/office/officeart/2011/layout/CircleProcess"/>
    <dgm:cxn modelId="{3D509192-59F2-4E0A-944D-DE042CC16700}" srcId="{9A0A5950-1A45-42C5-BD22-D4D6BBD70287}" destId="{6A98D55C-4A31-4086-8978-63069F0ADC71}" srcOrd="4" destOrd="0" parTransId="{82B96981-BFEE-4FEE-B1AC-AF2597526A86}" sibTransId="{44C641A8-4A0D-42D9-884E-285A2025EDB2}"/>
    <dgm:cxn modelId="{34B5A496-D376-4459-8AD8-D419FEEAE478}" srcId="{9A0A5950-1A45-42C5-BD22-D4D6BBD70287}" destId="{37D760C9-D293-49DD-BA2A-3B19ED90381B}" srcOrd="1" destOrd="0" parTransId="{B3B1642B-690C-4799-8E86-7F6461171BD4}" sibTransId="{385875B8-0790-4E60-9E7A-B8061DC3C914}"/>
    <dgm:cxn modelId="{BD8A159A-9A10-4906-8E71-306784852B3E}" type="presOf" srcId="{5BFAAAAE-9A2D-4291-9FC5-F0DCD5F5C873}" destId="{C7CB0EB9-8DEB-473B-B184-639163108B9D}" srcOrd="1" destOrd="0" presId="urn:microsoft.com/office/officeart/2011/layout/CircleProcess"/>
    <dgm:cxn modelId="{206EC8B7-F463-48E8-BDA2-228F3A2BDE23}" type="presOf" srcId="{6A98D55C-4A31-4086-8978-63069F0ADC71}" destId="{A34CF0BC-98FC-45AB-8753-15A8031A9D5D}" srcOrd="0" destOrd="0" presId="urn:microsoft.com/office/officeart/2011/layout/CircleProcess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E306A7E0-EE29-47E9-AED9-625BA43F96FB}" type="presParOf" srcId="{A0DEC658-3ADA-4FDC-AEE7-11B2E4896136}" destId="{AE640EE9-285C-4169-A2A6-50AE7DB9A021}" srcOrd="0" destOrd="0" presId="urn:microsoft.com/office/officeart/2011/layout/CircleProcess"/>
    <dgm:cxn modelId="{1A9526D5-69AB-45D8-B473-A7C87E4F9AD3}" type="presParOf" srcId="{AE640EE9-285C-4169-A2A6-50AE7DB9A021}" destId="{C8E35F37-37DC-4902-A012-0C080868C832}" srcOrd="0" destOrd="0" presId="urn:microsoft.com/office/officeart/2011/layout/CircleProcess"/>
    <dgm:cxn modelId="{0D612CD2-FC9E-4336-AA71-4DEDC9485CD8}" type="presParOf" srcId="{A0DEC658-3ADA-4FDC-AEE7-11B2E4896136}" destId="{785CE40F-67A2-40BB-AF0C-E6B56362B9D5}" srcOrd="1" destOrd="0" presId="urn:microsoft.com/office/officeart/2011/layout/CircleProcess"/>
    <dgm:cxn modelId="{D7FD8A0B-82A0-4798-8358-50BE9C48D8D9}" type="presParOf" srcId="{785CE40F-67A2-40BB-AF0C-E6B56362B9D5}" destId="{4DF2FA7A-886B-4B4B-BA24-66D479357485}" srcOrd="0" destOrd="0" presId="urn:microsoft.com/office/officeart/2011/layout/CircleProcess"/>
    <dgm:cxn modelId="{F08B3806-BA3E-402F-BFE9-B6D51B935A1A}" type="presParOf" srcId="{A0DEC658-3ADA-4FDC-AEE7-11B2E4896136}" destId="{C7CB0EB9-8DEB-473B-B184-639163108B9D}" srcOrd="2" destOrd="0" presId="urn:microsoft.com/office/officeart/2011/layout/CircleProcess"/>
    <dgm:cxn modelId="{E4819623-20FE-4FCE-932D-792142A74286}" type="presParOf" srcId="{A0DEC658-3ADA-4FDC-AEE7-11B2E4896136}" destId="{FE1B90B8-6564-49A1-A617-997A2FCFB607}" srcOrd="3" destOrd="0" presId="urn:microsoft.com/office/officeart/2011/layout/CircleProcess"/>
    <dgm:cxn modelId="{7D4E4DF8-B995-4BF6-993F-8B7CB9058628}" type="presParOf" srcId="{FE1B90B8-6564-49A1-A617-997A2FCFB607}" destId="{01F75757-90BD-475F-B172-5B6187F4E938}" srcOrd="0" destOrd="0" presId="urn:microsoft.com/office/officeart/2011/layout/CircleProcess"/>
    <dgm:cxn modelId="{AAEA2FC2-FEE9-459A-BAC1-E6FA8A40FE75}" type="presParOf" srcId="{A0DEC658-3ADA-4FDC-AEE7-11B2E4896136}" destId="{D3D222DF-5E9C-4772-ABD8-F400BC32418C}" srcOrd="4" destOrd="0" presId="urn:microsoft.com/office/officeart/2011/layout/CircleProcess"/>
    <dgm:cxn modelId="{55CFD57D-D188-40DC-8A4E-62BBDB73C848}" type="presParOf" srcId="{D3D222DF-5E9C-4772-ABD8-F400BC32418C}" destId="{A34CF0BC-98FC-45AB-8753-15A8031A9D5D}" srcOrd="0" destOrd="0" presId="urn:microsoft.com/office/officeart/2011/layout/CircleProcess"/>
    <dgm:cxn modelId="{2BBD8F13-0DF2-4D54-A9EB-570842840B66}" type="presParOf" srcId="{A0DEC658-3ADA-4FDC-AEE7-11B2E4896136}" destId="{56CF5EC8-3508-461E-9BB5-2A25C2A98837}" srcOrd="5" destOrd="0" presId="urn:microsoft.com/office/officeart/2011/layout/CircleProcess"/>
    <dgm:cxn modelId="{37B033E8-D78A-4FB4-89DF-331519631C54}" type="presParOf" srcId="{A0DEC658-3ADA-4FDC-AEE7-11B2E4896136}" destId="{C4317B1F-22DB-43DA-9271-8FD0275ECC14}" srcOrd="6" destOrd="0" presId="urn:microsoft.com/office/officeart/2011/layout/CircleProcess"/>
    <dgm:cxn modelId="{3D240813-C2C8-4591-901E-6862739C232C}" type="presParOf" srcId="{C4317B1F-22DB-43DA-9271-8FD0275ECC14}" destId="{DD5B516E-4019-4233-90B9-87D0055D4AE5}" srcOrd="0" destOrd="0" presId="urn:microsoft.com/office/officeart/2011/layout/CircleProcess"/>
    <dgm:cxn modelId="{94C60610-4872-4F94-B261-9D9E0EB632DA}" type="presParOf" srcId="{A0DEC658-3ADA-4FDC-AEE7-11B2E4896136}" destId="{14DFB4E4-5B5C-4A61-B1DA-942CE71A2AD0}" srcOrd="7" destOrd="0" presId="urn:microsoft.com/office/officeart/2011/layout/CircleProcess"/>
    <dgm:cxn modelId="{EDA62BCE-D143-45CF-A935-6B1EDE58DE76}" type="presParOf" srcId="{14DFB4E4-5B5C-4A61-B1DA-942CE71A2AD0}" destId="{14A428F7-1359-448E-B0AB-3BCCF3C8AAD0}" srcOrd="0" destOrd="0" presId="urn:microsoft.com/office/officeart/2011/layout/CircleProcess"/>
    <dgm:cxn modelId="{87C12D9C-AD01-44C1-9020-F93CCCBDF106}" type="presParOf" srcId="{A0DEC658-3ADA-4FDC-AEE7-11B2E4896136}" destId="{4EB48FA6-5A2A-488E-94D0-881D8927EBB9}" srcOrd="8" destOrd="0" presId="urn:microsoft.com/office/officeart/2011/layout/CircleProcess"/>
    <dgm:cxn modelId="{0087131C-EC1E-4A40-918C-E83EF258A216}" type="presParOf" srcId="{A0DEC658-3ADA-4FDC-AEE7-11B2E4896136}" destId="{A934DDB5-CBC9-453A-A351-84D6570348CC}" srcOrd="9" destOrd="0" presId="urn:microsoft.com/office/officeart/2011/layout/CircleProcess"/>
    <dgm:cxn modelId="{EC7AEDB4-4C8D-44FC-9630-6D9A975C4304}" type="presParOf" srcId="{A934DDB5-CBC9-453A-A351-84D6570348CC}" destId="{5D55DFD1-CE81-46C2-A9E9-F075EEA8F875}" srcOrd="0" destOrd="0" presId="urn:microsoft.com/office/officeart/2011/layout/CircleProcess"/>
    <dgm:cxn modelId="{07AF35C0-4F53-4F64-917D-0DCC13CE000B}" type="presParOf" srcId="{A0DEC658-3ADA-4FDC-AEE7-11B2E4896136}" destId="{08431DA3-3E8C-41E6-AE3D-19075BD38218}" srcOrd="10" destOrd="0" presId="urn:microsoft.com/office/officeart/2011/layout/CircleProcess"/>
    <dgm:cxn modelId="{DB2C509F-D748-4894-9EE6-72C697F5CDC3}" type="presParOf" srcId="{08431DA3-3E8C-41E6-AE3D-19075BD38218}" destId="{6A593D49-F283-4863-8CCF-3D507A4D545B}" srcOrd="0" destOrd="0" presId="urn:microsoft.com/office/officeart/2011/layout/CircleProcess"/>
    <dgm:cxn modelId="{AE3F784B-033B-4274-9F30-D6503865340B}" type="presParOf" srcId="{A0DEC658-3ADA-4FDC-AEE7-11B2E4896136}" destId="{B0BE1CCF-C869-4738-ADE9-0FADC8CDB043}" srcOrd="11" destOrd="0" presId="urn:microsoft.com/office/officeart/2011/layout/CircleProcess"/>
    <dgm:cxn modelId="{F291683D-9E20-4DE8-A18D-4C0588908640}" type="presParOf" srcId="{A0DEC658-3ADA-4FDC-AEE7-11B2E4896136}" destId="{16EB995D-1C25-4C62-8542-289E9CEF85C0}" srcOrd="12" destOrd="0" presId="urn:microsoft.com/office/officeart/2011/layout/CircleProcess"/>
    <dgm:cxn modelId="{93F209B8-DB4E-466B-9347-7362C33B8926}" type="presParOf" srcId="{16EB995D-1C25-4C62-8542-289E9CEF85C0}" destId="{039F9A77-41E2-4F4D-9980-89885F01F2F4}" srcOrd="0" destOrd="0" presId="urn:microsoft.com/office/officeart/2011/layout/CircleProcess"/>
    <dgm:cxn modelId="{F8C220DE-6A45-4593-B54D-3FBB428DBA2F}" type="presParOf" srcId="{A0DEC658-3ADA-4FDC-AEE7-11B2E4896136}" destId="{62B0428B-2709-4F1C-A289-845F2565BE09}" srcOrd="13" destOrd="0" presId="urn:microsoft.com/office/officeart/2011/layout/CircleProcess"/>
    <dgm:cxn modelId="{DC923CA4-5D64-48AE-8CD7-57E29FE0FCF9}" type="presParOf" srcId="{62B0428B-2709-4F1C-A289-845F2565BE09}" destId="{1D205CBE-A814-43AE-8786-4769383CFC4C}" srcOrd="0" destOrd="0" presId="urn:microsoft.com/office/officeart/2011/layout/CircleProcess"/>
    <dgm:cxn modelId="{5E319834-ABBB-4F12-8E97-12CF8CB0426D}" type="presParOf" srcId="{A0DEC658-3ADA-4FDC-AEE7-11B2E4896136}" destId="{79DD08A3-2680-48DE-BDE6-C78120D7C001}" srcOrd="14" destOrd="0" presId="urn:microsoft.com/office/officeart/2011/layout/CircleProcess"/>
    <dgm:cxn modelId="{3746318F-1441-4BE5-B20C-7BD7380E1556}" type="presParOf" srcId="{A0DEC658-3ADA-4FDC-AEE7-11B2E4896136}" destId="{54EC2857-4E1D-4BA7-ADF9-22039296F5E0}" srcOrd="15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6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17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Load NPZ Files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B31CD2D2-4526-4F72-8A76-44C704DC1E09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End</a:t>
          </a:r>
        </a:p>
      </dgm:t>
    </dgm:pt>
    <dgm:pt modelId="{EB5B0DDD-2A05-4DFF-9383-F2D9A49B54CD}" type="parTrans" cxnId="{F290D9CF-2448-4A81-BE84-28078FF4B6D6}">
      <dgm:prSet/>
      <dgm:spPr/>
      <dgm:t>
        <a:bodyPr/>
        <a:lstStyle/>
        <a:p>
          <a:endParaRPr lang="en-GB"/>
        </a:p>
      </dgm:t>
    </dgm:pt>
    <dgm:pt modelId="{772FC381-4F51-4140-8252-131566462C85}" type="sibTrans" cxnId="{F290D9CF-2448-4A81-BE84-28078FF4B6D6}">
      <dgm:prSet/>
      <dgm:spPr/>
      <dgm:t>
        <a:bodyPr/>
        <a:lstStyle/>
        <a:p>
          <a:endParaRPr lang="en-GB"/>
        </a:p>
      </dgm:t>
    </dgm:pt>
    <dgm:pt modelId="{92545E86-AE82-46F0-AA08-2FB7C4BF9B49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Concatenate Subjects</a:t>
          </a:r>
        </a:p>
      </dgm:t>
    </dgm:pt>
    <dgm:pt modelId="{4D7DC55E-9BF3-4736-9891-E96C89EB5BF4}" type="parTrans" cxnId="{B52205F9-9284-4B20-8FD8-CD8C7706588B}">
      <dgm:prSet/>
      <dgm:spPr/>
      <dgm:t>
        <a:bodyPr/>
        <a:lstStyle/>
        <a:p>
          <a:endParaRPr lang="en-GB"/>
        </a:p>
      </dgm:t>
    </dgm:pt>
    <dgm:pt modelId="{13DDD667-4F65-4F9D-8266-C7CDA3A3E7F1}" type="sibTrans" cxnId="{B52205F9-9284-4B20-8FD8-CD8C7706588B}">
      <dgm:prSet/>
      <dgm:spPr/>
      <dgm:t>
        <a:bodyPr/>
        <a:lstStyle/>
        <a:p>
          <a:endParaRPr lang="en-GB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E3E3D1C-28A2-4C03-947D-17E8DA68B97F}" type="pres">
      <dgm:prSet presAssocID="{B31CD2D2-4526-4F72-8A76-44C704DC1E09}" presName="Accent3" presStyleCnt="0"/>
      <dgm:spPr/>
    </dgm:pt>
    <dgm:pt modelId="{7693D481-160E-4DC0-A409-53DB02DF12E4}" type="pres">
      <dgm:prSet presAssocID="{B31CD2D2-4526-4F72-8A76-44C704DC1E09}" presName="Accent" presStyleLbl="node1" presStyleIdx="0" presStyleCnt="3"/>
      <dgm:spPr/>
    </dgm:pt>
    <dgm:pt modelId="{F4B447EA-22A1-4601-A5BA-33EBFD6A398F}" type="pres">
      <dgm:prSet presAssocID="{B31CD2D2-4526-4F72-8A76-44C704DC1E09}" presName="ParentBackground3" presStyleCnt="0"/>
      <dgm:spPr/>
    </dgm:pt>
    <dgm:pt modelId="{D6B4CFA8-1E91-4C7A-A280-423E67678970}" type="pres">
      <dgm:prSet presAssocID="{B31CD2D2-4526-4F72-8A76-44C704DC1E09}" presName="ParentBackground" presStyleLbl="fgAcc1" presStyleIdx="0" presStyleCnt="3"/>
      <dgm:spPr/>
    </dgm:pt>
    <dgm:pt modelId="{0E3BE2C6-AE72-46BD-A9E9-18ADBF402E14}" type="pres">
      <dgm:prSet presAssocID="{B31CD2D2-4526-4F72-8A76-44C704DC1E0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BF749BA-4B97-42CF-9C16-33A530D7B5D6}" type="pres">
      <dgm:prSet presAssocID="{92545E86-AE82-46F0-AA08-2FB7C4BF9B49}" presName="Accent2" presStyleCnt="0"/>
      <dgm:spPr/>
    </dgm:pt>
    <dgm:pt modelId="{2D025B50-99A8-4DE4-8A3A-1EA6A03B13BA}" type="pres">
      <dgm:prSet presAssocID="{92545E86-AE82-46F0-AA08-2FB7C4BF9B49}" presName="Accent" presStyleLbl="node1" presStyleIdx="1" presStyleCnt="3"/>
      <dgm:spPr/>
    </dgm:pt>
    <dgm:pt modelId="{81D480DD-7E23-4915-8972-8AF89F2375A2}" type="pres">
      <dgm:prSet presAssocID="{92545E86-AE82-46F0-AA08-2FB7C4BF9B49}" presName="ParentBackground2" presStyleCnt="0"/>
      <dgm:spPr/>
    </dgm:pt>
    <dgm:pt modelId="{7F0C133C-F9C4-4CC9-92ED-D4DF4A9FAE80}" type="pres">
      <dgm:prSet presAssocID="{92545E86-AE82-46F0-AA08-2FB7C4BF9B49}" presName="ParentBackground" presStyleLbl="fgAcc1" presStyleIdx="1" presStyleCnt="3"/>
      <dgm:spPr/>
    </dgm:pt>
    <dgm:pt modelId="{1C4B40BC-9839-4275-8943-985F9D4B0490}" type="pres">
      <dgm:prSet presAssocID="{92545E86-AE82-46F0-AA08-2FB7C4BF9B49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2" presStyleCnt="3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2" presStyleCnt="3" custLinFactNeighborY="0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8DE41186-26DC-476A-95AC-AD1696371A2F}" type="presOf" srcId="{B31CD2D2-4526-4F72-8A76-44C704DC1E09}" destId="{0E3BE2C6-AE72-46BD-A9E9-18ADBF402E14}" srcOrd="1" destOrd="0" presId="urn:microsoft.com/office/officeart/2011/layout/CircleProcess"/>
    <dgm:cxn modelId="{24377090-023E-4C4F-94D0-6A20940AD14F}" type="presOf" srcId="{92545E86-AE82-46F0-AA08-2FB7C4BF9B49}" destId="{1C4B40BC-9839-4275-8943-985F9D4B0490}" srcOrd="1" destOrd="0" presId="urn:microsoft.com/office/officeart/2011/layout/CircleProcess"/>
    <dgm:cxn modelId="{F290D9CF-2448-4A81-BE84-28078FF4B6D6}" srcId="{9A0A5950-1A45-42C5-BD22-D4D6BBD70287}" destId="{B31CD2D2-4526-4F72-8A76-44C704DC1E09}" srcOrd="2" destOrd="0" parTransId="{EB5B0DDD-2A05-4DFF-9383-F2D9A49B54CD}" sibTransId="{772FC381-4F51-4140-8252-131566462C85}"/>
    <dgm:cxn modelId="{2D4E67D3-3594-4B8C-97E6-27D8E3FB3044}" type="presOf" srcId="{B31CD2D2-4526-4F72-8A76-44C704DC1E09}" destId="{D6B4CFA8-1E91-4C7A-A280-423E67678970}" srcOrd="0" destOrd="0" presId="urn:microsoft.com/office/officeart/2011/layout/CircleProcess"/>
    <dgm:cxn modelId="{0210B4D6-187C-4C23-B78B-B159E6C9204E}" type="presOf" srcId="{92545E86-AE82-46F0-AA08-2FB7C4BF9B49}" destId="{7F0C133C-F9C4-4CC9-92ED-D4DF4A9FAE80}" srcOrd="0" destOrd="0" presId="urn:microsoft.com/office/officeart/2011/layout/CircleProcess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B52205F9-9284-4B20-8FD8-CD8C7706588B}" srcId="{9A0A5950-1A45-42C5-BD22-D4D6BBD70287}" destId="{92545E86-AE82-46F0-AA08-2FB7C4BF9B49}" srcOrd="1" destOrd="0" parTransId="{4D7DC55E-9BF3-4736-9891-E96C89EB5BF4}" sibTransId="{13DDD667-4F65-4F9D-8266-C7CDA3A3E7F1}"/>
    <dgm:cxn modelId="{03B9B981-80F3-43E5-81C9-903BFF50DBC1}" type="presParOf" srcId="{A0DEC658-3ADA-4FDC-AEE7-11B2E4896136}" destId="{1E3E3D1C-28A2-4C03-947D-17E8DA68B97F}" srcOrd="0" destOrd="0" presId="urn:microsoft.com/office/officeart/2011/layout/CircleProcess"/>
    <dgm:cxn modelId="{3D9C8B86-D55F-4C2A-9AE9-CA3F2ADE6CD3}" type="presParOf" srcId="{1E3E3D1C-28A2-4C03-947D-17E8DA68B97F}" destId="{7693D481-160E-4DC0-A409-53DB02DF12E4}" srcOrd="0" destOrd="0" presId="urn:microsoft.com/office/officeart/2011/layout/CircleProcess"/>
    <dgm:cxn modelId="{6B73C04B-35EC-4E5D-A61F-2204D14E4BB5}" type="presParOf" srcId="{A0DEC658-3ADA-4FDC-AEE7-11B2E4896136}" destId="{F4B447EA-22A1-4601-A5BA-33EBFD6A398F}" srcOrd="1" destOrd="0" presId="urn:microsoft.com/office/officeart/2011/layout/CircleProcess"/>
    <dgm:cxn modelId="{F408883F-FDA7-49B3-909B-3644EF020848}" type="presParOf" srcId="{F4B447EA-22A1-4601-A5BA-33EBFD6A398F}" destId="{D6B4CFA8-1E91-4C7A-A280-423E67678970}" srcOrd="0" destOrd="0" presId="urn:microsoft.com/office/officeart/2011/layout/CircleProcess"/>
    <dgm:cxn modelId="{020108C6-6B39-4E7D-93E2-BD0DB7921413}" type="presParOf" srcId="{A0DEC658-3ADA-4FDC-AEE7-11B2E4896136}" destId="{0E3BE2C6-AE72-46BD-A9E9-18ADBF402E14}" srcOrd="2" destOrd="0" presId="urn:microsoft.com/office/officeart/2011/layout/CircleProcess"/>
    <dgm:cxn modelId="{B9DD6822-1D13-4926-987C-2B74757A90F3}" type="presParOf" srcId="{A0DEC658-3ADA-4FDC-AEE7-11B2E4896136}" destId="{3BF749BA-4B97-42CF-9C16-33A530D7B5D6}" srcOrd="3" destOrd="0" presId="urn:microsoft.com/office/officeart/2011/layout/CircleProcess"/>
    <dgm:cxn modelId="{04BA51D2-F588-40DF-911C-CD1C9F64519F}" type="presParOf" srcId="{3BF749BA-4B97-42CF-9C16-33A530D7B5D6}" destId="{2D025B50-99A8-4DE4-8A3A-1EA6A03B13BA}" srcOrd="0" destOrd="0" presId="urn:microsoft.com/office/officeart/2011/layout/CircleProcess"/>
    <dgm:cxn modelId="{B7AF014E-5A2D-45C2-9A9D-254390A9544A}" type="presParOf" srcId="{A0DEC658-3ADA-4FDC-AEE7-11B2E4896136}" destId="{81D480DD-7E23-4915-8972-8AF89F2375A2}" srcOrd="4" destOrd="0" presId="urn:microsoft.com/office/officeart/2011/layout/CircleProcess"/>
    <dgm:cxn modelId="{C398AC18-0642-4909-939C-B37F097C68A4}" type="presParOf" srcId="{81D480DD-7E23-4915-8972-8AF89F2375A2}" destId="{7F0C133C-F9C4-4CC9-92ED-D4DF4A9FAE80}" srcOrd="0" destOrd="0" presId="urn:microsoft.com/office/officeart/2011/layout/CircleProcess"/>
    <dgm:cxn modelId="{3F553F82-A5AB-4FD0-AB75-A86453E030A4}" type="presParOf" srcId="{A0DEC658-3ADA-4FDC-AEE7-11B2E4896136}" destId="{1C4B40BC-9839-4275-8943-985F9D4B0490}" srcOrd="5" destOrd="0" presId="urn:microsoft.com/office/officeart/2011/layout/CircleProcess"/>
    <dgm:cxn modelId="{3746318F-1441-4BE5-B20C-7BD7380E1556}" type="presParOf" srcId="{A0DEC658-3ADA-4FDC-AEE7-11B2E4896136}" destId="{54EC2857-4E1D-4BA7-ADF9-22039296F5E0}" srcOrd="6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7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8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K-Fold Cross Validation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37D760C9-D293-49DD-BA2A-3B19ED90381B}">
      <dgm:prSet phldrT="[Text]" custT="1"/>
      <dgm:spPr/>
      <dgm:t>
        <a:bodyPr/>
        <a:lstStyle/>
        <a:p>
          <a:r>
            <a:rPr lang="en-IN" sz="1000" dirty="0" err="1">
              <a:ln>
                <a:noFill/>
              </a:ln>
            </a:rPr>
            <a:t>Mixup</a:t>
          </a:r>
          <a:r>
            <a:rPr lang="en-IN" sz="1000" dirty="0">
              <a:ln>
                <a:noFill/>
              </a:ln>
            </a:rPr>
            <a:t> Augmentation</a:t>
          </a:r>
        </a:p>
      </dgm:t>
    </dgm:pt>
    <dgm:pt modelId="{B3B1642B-690C-4799-8E86-7F6461171BD4}" type="parTrans" cxnId="{34B5A496-D376-4459-8AD8-D419FEEAE47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385875B8-0790-4E60-9E7A-B8061DC3C914}" type="sibTrans" cxnId="{34B5A496-D376-4459-8AD8-D419FEEAE47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41CA3DE4-8076-4DB2-815D-F4BEABA11D96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Cosine LR Scheduling</a:t>
          </a:r>
        </a:p>
      </dgm:t>
    </dgm:pt>
    <dgm:pt modelId="{13F81088-72D9-4C97-A103-F2BBBF617C26}" type="parTrans" cxnId="{10489935-A61E-4C6F-8C87-F0E3A987864C}">
      <dgm:prSet/>
      <dgm:spPr/>
      <dgm:t>
        <a:bodyPr/>
        <a:lstStyle/>
        <a:p>
          <a:endParaRPr lang="en-GB"/>
        </a:p>
      </dgm:t>
    </dgm:pt>
    <dgm:pt modelId="{B1E861A4-9202-4B04-969B-4DEDDC889E03}" type="sibTrans" cxnId="{10489935-A61E-4C6F-8C87-F0E3A987864C}">
      <dgm:prSet/>
      <dgm:spPr/>
      <dgm:t>
        <a:bodyPr/>
        <a:lstStyle/>
        <a:p>
          <a:endParaRPr lang="en-GB"/>
        </a:p>
      </dgm:t>
    </dgm:pt>
    <dgm:pt modelId="{C88BFD04-E383-43CE-B8A1-0DE5B192598E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Checkpointing</a:t>
          </a:r>
        </a:p>
      </dgm:t>
    </dgm:pt>
    <dgm:pt modelId="{043E1E85-6685-4F3F-85ED-9E8FD0AAD459}" type="parTrans" cxnId="{B03B9490-62C8-473C-BADA-6E957CC15182}">
      <dgm:prSet/>
      <dgm:spPr/>
      <dgm:t>
        <a:bodyPr/>
        <a:lstStyle/>
        <a:p>
          <a:endParaRPr lang="en-GB"/>
        </a:p>
      </dgm:t>
    </dgm:pt>
    <dgm:pt modelId="{5F9CFB25-76D4-46C0-84B7-491ACA48FCFC}" type="sibTrans" cxnId="{B03B9490-62C8-473C-BADA-6E957CC15182}">
      <dgm:prSet/>
      <dgm:spPr/>
      <dgm:t>
        <a:bodyPr/>
        <a:lstStyle/>
        <a:p>
          <a:endParaRPr lang="en-GB"/>
        </a:p>
      </dgm:t>
    </dgm:pt>
    <dgm:pt modelId="{20256AF9-73FC-4E02-8079-311C4A2FF0AE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Save Best Model</a:t>
          </a:r>
        </a:p>
      </dgm:t>
    </dgm:pt>
    <dgm:pt modelId="{3EDBF2D9-F049-48F7-938F-E517792073FD}" type="parTrans" cxnId="{DD44CABA-834A-4C59-821B-FDBAE48C106E}">
      <dgm:prSet/>
      <dgm:spPr/>
      <dgm:t>
        <a:bodyPr/>
        <a:lstStyle/>
        <a:p>
          <a:endParaRPr lang="en-GB"/>
        </a:p>
      </dgm:t>
    </dgm:pt>
    <dgm:pt modelId="{321AF9B3-0830-498A-BDEB-EB8C379DAC41}" type="sibTrans" cxnId="{DD44CABA-834A-4C59-821B-FDBAE48C106E}">
      <dgm:prSet/>
      <dgm:spPr/>
      <dgm:t>
        <a:bodyPr/>
        <a:lstStyle/>
        <a:p>
          <a:endParaRPr lang="en-GB"/>
        </a:p>
      </dgm:t>
    </dgm:pt>
    <dgm:pt modelId="{122DBF36-E4BF-44B4-A02D-C2C650A07AB8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End</a:t>
          </a:r>
        </a:p>
      </dgm:t>
    </dgm:pt>
    <dgm:pt modelId="{72254968-85A6-4E95-BD23-30B7146A3BF4}" type="parTrans" cxnId="{4F1408E7-7558-4C98-AAE1-00403134112E}">
      <dgm:prSet/>
      <dgm:spPr/>
      <dgm:t>
        <a:bodyPr/>
        <a:lstStyle/>
        <a:p>
          <a:endParaRPr lang="en-GB"/>
        </a:p>
      </dgm:t>
    </dgm:pt>
    <dgm:pt modelId="{3B767702-9892-4B31-B57E-3EBFCBD3FFE3}" type="sibTrans" cxnId="{4F1408E7-7558-4C98-AAE1-00403134112E}">
      <dgm:prSet/>
      <dgm:spPr/>
      <dgm:t>
        <a:bodyPr/>
        <a:lstStyle/>
        <a:p>
          <a:endParaRPr lang="en-GB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F0C12C3-80A0-46A4-8C41-DAFBDC7204A3}" type="pres">
      <dgm:prSet presAssocID="{122DBF36-E4BF-44B4-A02D-C2C650A07AB8}" presName="Accent6" presStyleCnt="0"/>
      <dgm:spPr/>
    </dgm:pt>
    <dgm:pt modelId="{109A939E-DC84-4D1E-AC18-D9186326CDF5}" type="pres">
      <dgm:prSet presAssocID="{122DBF36-E4BF-44B4-A02D-C2C650A07AB8}" presName="Accent" presStyleLbl="node1" presStyleIdx="0" presStyleCnt="6"/>
      <dgm:spPr/>
    </dgm:pt>
    <dgm:pt modelId="{49F93E5F-2DDB-4D70-8DF8-1A1D07DE5B19}" type="pres">
      <dgm:prSet presAssocID="{122DBF36-E4BF-44B4-A02D-C2C650A07AB8}" presName="ParentBackground6" presStyleCnt="0"/>
      <dgm:spPr/>
    </dgm:pt>
    <dgm:pt modelId="{D1017E9D-DD6F-4339-9EC2-C9262A9DE7D0}" type="pres">
      <dgm:prSet presAssocID="{122DBF36-E4BF-44B4-A02D-C2C650A07AB8}" presName="ParentBackground" presStyleLbl="fgAcc1" presStyleIdx="0" presStyleCnt="6"/>
      <dgm:spPr/>
    </dgm:pt>
    <dgm:pt modelId="{9653E0F9-7586-4F82-9DF6-EAA40A215446}" type="pres">
      <dgm:prSet presAssocID="{122DBF36-E4BF-44B4-A02D-C2C650A07AB8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A1A97D3-EEEC-4557-8998-A50A0BFE92D5}" type="pres">
      <dgm:prSet presAssocID="{20256AF9-73FC-4E02-8079-311C4A2FF0AE}" presName="Accent5" presStyleCnt="0"/>
      <dgm:spPr/>
    </dgm:pt>
    <dgm:pt modelId="{3CECD6FD-AAB6-415B-A5FF-7661519EB28B}" type="pres">
      <dgm:prSet presAssocID="{20256AF9-73FC-4E02-8079-311C4A2FF0AE}" presName="Accent" presStyleLbl="node1" presStyleIdx="1" presStyleCnt="6"/>
      <dgm:spPr/>
    </dgm:pt>
    <dgm:pt modelId="{9E008033-9B0F-48A6-8ADC-B398B3EB6D78}" type="pres">
      <dgm:prSet presAssocID="{20256AF9-73FC-4E02-8079-311C4A2FF0AE}" presName="ParentBackground5" presStyleCnt="0"/>
      <dgm:spPr/>
    </dgm:pt>
    <dgm:pt modelId="{31CAE856-6000-465C-997D-47DDFABF70B5}" type="pres">
      <dgm:prSet presAssocID="{20256AF9-73FC-4E02-8079-311C4A2FF0AE}" presName="ParentBackground" presStyleLbl="fgAcc1" presStyleIdx="1" presStyleCnt="6"/>
      <dgm:spPr/>
    </dgm:pt>
    <dgm:pt modelId="{017B72A9-4D40-46DF-B4CA-C0007D8B347E}" type="pres">
      <dgm:prSet presAssocID="{20256AF9-73FC-4E02-8079-311C4A2FF0A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606E582-BF36-4A4D-9107-44C4F91A213E}" type="pres">
      <dgm:prSet presAssocID="{C88BFD04-E383-43CE-B8A1-0DE5B192598E}" presName="Accent4" presStyleCnt="0"/>
      <dgm:spPr/>
    </dgm:pt>
    <dgm:pt modelId="{348CC5EB-CBAD-4168-8F8D-BCE5E52610EB}" type="pres">
      <dgm:prSet presAssocID="{C88BFD04-E383-43CE-B8A1-0DE5B192598E}" presName="Accent" presStyleLbl="node1" presStyleIdx="2" presStyleCnt="6"/>
      <dgm:spPr/>
    </dgm:pt>
    <dgm:pt modelId="{F320C568-7B87-4402-A2D6-375B5A3E0208}" type="pres">
      <dgm:prSet presAssocID="{C88BFD04-E383-43CE-B8A1-0DE5B192598E}" presName="ParentBackground4" presStyleCnt="0"/>
      <dgm:spPr/>
    </dgm:pt>
    <dgm:pt modelId="{10B0A7D4-8B18-4746-863E-34EB104EAB20}" type="pres">
      <dgm:prSet presAssocID="{C88BFD04-E383-43CE-B8A1-0DE5B192598E}" presName="ParentBackground" presStyleLbl="fgAcc1" presStyleIdx="2" presStyleCnt="6"/>
      <dgm:spPr/>
    </dgm:pt>
    <dgm:pt modelId="{96CF41D9-4067-4D3E-88BB-79F911418B63}" type="pres">
      <dgm:prSet presAssocID="{C88BFD04-E383-43CE-B8A1-0DE5B192598E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934DDB5-CBC9-453A-A351-84D6570348CC}" type="pres">
      <dgm:prSet presAssocID="{41CA3DE4-8076-4DB2-815D-F4BEABA11D96}" presName="Accent3" presStyleCnt="0"/>
      <dgm:spPr/>
    </dgm:pt>
    <dgm:pt modelId="{5D55DFD1-CE81-46C2-A9E9-F075EEA8F875}" type="pres">
      <dgm:prSet presAssocID="{41CA3DE4-8076-4DB2-815D-F4BEABA11D96}" presName="Accent" presStyleLbl="node1" presStyleIdx="3" presStyleCnt="6"/>
      <dgm:spPr/>
    </dgm:pt>
    <dgm:pt modelId="{08431DA3-3E8C-41E6-AE3D-19075BD38218}" type="pres">
      <dgm:prSet presAssocID="{41CA3DE4-8076-4DB2-815D-F4BEABA11D96}" presName="ParentBackground3" presStyleCnt="0"/>
      <dgm:spPr/>
    </dgm:pt>
    <dgm:pt modelId="{6A593D49-F283-4863-8CCF-3D507A4D545B}" type="pres">
      <dgm:prSet presAssocID="{41CA3DE4-8076-4DB2-815D-F4BEABA11D96}" presName="ParentBackground" presStyleLbl="fgAcc1" presStyleIdx="3" presStyleCnt="6" custLinFactNeighborY="-1810"/>
      <dgm:spPr/>
    </dgm:pt>
    <dgm:pt modelId="{B0BE1CCF-C869-4738-ADE9-0FADC8CDB043}" type="pres">
      <dgm:prSet presAssocID="{41CA3DE4-8076-4DB2-815D-F4BEABA11D9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B995D-1C25-4C62-8542-289E9CEF85C0}" type="pres">
      <dgm:prSet presAssocID="{37D760C9-D293-49DD-BA2A-3B19ED90381B}" presName="Accent2" presStyleCnt="0"/>
      <dgm:spPr/>
    </dgm:pt>
    <dgm:pt modelId="{039F9A77-41E2-4F4D-9980-89885F01F2F4}" type="pres">
      <dgm:prSet presAssocID="{37D760C9-D293-49DD-BA2A-3B19ED90381B}" presName="Accent" presStyleLbl="node1" presStyleIdx="4" presStyleCnt="6"/>
      <dgm:spPr/>
    </dgm:pt>
    <dgm:pt modelId="{62B0428B-2709-4F1C-A289-845F2565BE09}" type="pres">
      <dgm:prSet presAssocID="{37D760C9-D293-49DD-BA2A-3B19ED90381B}" presName="ParentBackground2" presStyleCnt="0"/>
      <dgm:spPr/>
    </dgm:pt>
    <dgm:pt modelId="{1D205CBE-A814-43AE-8786-4769383CFC4C}" type="pres">
      <dgm:prSet presAssocID="{37D760C9-D293-49DD-BA2A-3B19ED90381B}" presName="ParentBackground" presStyleLbl="fgAcc1" presStyleIdx="4" presStyleCnt="6"/>
      <dgm:spPr/>
    </dgm:pt>
    <dgm:pt modelId="{79DD08A3-2680-48DE-BDE6-C78120D7C001}" type="pres">
      <dgm:prSet presAssocID="{37D760C9-D293-49DD-BA2A-3B19ED9038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5" presStyleCnt="6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5" presStyleCnt="6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1858150E-A7A9-4A8F-993C-1A8DEC4D2253}" type="presOf" srcId="{41CA3DE4-8076-4DB2-815D-F4BEABA11D96}" destId="{6A593D49-F283-4863-8CCF-3D507A4D545B}" srcOrd="0" destOrd="0" presId="urn:microsoft.com/office/officeart/2011/layout/CircleProcess"/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10489935-A61E-4C6F-8C87-F0E3A987864C}" srcId="{9A0A5950-1A45-42C5-BD22-D4D6BBD70287}" destId="{41CA3DE4-8076-4DB2-815D-F4BEABA11D96}" srcOrd="2" destOrd="0" parTransId="{13F81088-72D9-4C97-A103-F2BBBF617C26}" sibTransId="{B1E861A4-9202-4B04-969B-4DEDDC889E03}"/>
    <dgm:cxn modelId="{F4666B3C-75C0-474F-86BB-C4B928AC28E1}" type="presOf" srcId="{41CA3DE4-8076-4DB2-815D-F4BEABA11D96}" destId="{B0BE1CCF-C869-4738-ADE9-0FADC8CDB043}" srcOrd="1" destOrd="0" presId="urn:microsoft.com/office/officeart/2011/layout/CircleProcess"/>
    <dgm:cxn modelId="{6DC66140-5534-4D30-A9CA-A727A600C997}" type="presOf" srcId="{C88BFD04-E383-43CE-B8A1-0DE5B192598E}" destId="{96CF41D9-4067-4D3E-88BB-79F911418B63}" srcOrd="1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58F22B49-A35F-4B17-BDF6-F2CEB82A5935}" type="presOf" srcId="{122DBF36-E4BF-44B4-A02D-C2C650A07AB8}" destId="{9653E0F9-7586-4F82-9DF6-EAA40A215446}" srcOrd="1" destOrd="0" presId="urn:microsoft.com/office/officeart/2011/layout/CircleProcess"/>
    <dgm:cxn modelId="{82109E7C-33A7-46C3-9CE6-DFCD757900D6}" type="presOf" srcId="{37D760C9-D293-49DD-BA2A-3B19ED90381B}" destId="{79DD08A3-2680-48DE-BDE6-C78120D7C001}" srcOrd="1" destOrd="0" presId="urn:microsoft.com/office/officeart/2011/layout/CircleProcess"/>
    <dgm:cxn modelId="{972C878D-B834-4CC9-B7D1-B83A8B99AE23}" type="presOf" srcId="{37D760C9-D293-49DD-BA2A-3B19ED90381B}" destId="{1D205CBE-A814-43AE-8786-4769383CFC4C}" srcOrd="0" destOrd="0" presId="urn:microsoft.com/office/officeart/2011/layout/CircleProcess"/>
    <dgm:cxn modelId="{B03B9490-62C8-473C-BADA-6E957CC15182}" srcId="{9A0A5950-1A45-42C5-BD22-D4D6BBD70287}" destId="{C88BFD04-E383-43CE-B8A1-0DE5B192598E}" srcOrd="3" destOrd="0" parTransId="{043E1E85-6685-4F3F-85ED-9E8FD0AAD459}" sibTransId="{5F9CFB25-76D4-46C0-84B7-491ACA48FCFC}"/>
    <dgm:cxn modelId="{34B5A496-D376-4459-8AD8-D419FEEAE478}" srcId="{9A0A5950-1A45-42C5-BD22-D4D6BBD70287}" destId="{37D760C9-D293-49DD-BA2A-3B19ED90381B}" srcOrd="1" destOrd="0" parTransId="{B3B1642B-690C-4799-8E86-7F6461171BD4}" sibTransId="{385875B8-0790-4E60-9E7A-B8061DC3C914}"/>
    <dgm:cxn modelId="{5105EDA0-1B0A-4A9E-8876-5F43AD47EE2D}" type="presOf" srcId="{122DBF36-E4BF-44B4-A02D-C2C650A07AB8}" destId="{D1017E9D-DD6F-4339-9EC2-C9262A9DE7D0}" srcOrd="0" destOrd="0" presId="urn:microsoft.com/office/officeart/2011/layout/CircleProcess"/>
    <dgm:cxn modelId="{2473AAB1-B6E4-49D0-9F4F-9A2D6FE90CE0}" type="presOf" srcId="{20256AF9-73FC-4E02-8079-311C4A2FF0AE}" destId="{017B72A9-4D40-46DF-B4CA-C0007D8B347E}" srcOrd="1" destOrd="0" presId="urn:microsoft.com/office/officeart/2011/layout/CircleProcess"/>
    <dgm:cxn modelId="{DD44CABA-834A-4C59-821B-FDBAE48C106E}" srcId="{9A0A5950-1A45-42C5-BD22-D4D6BBD70287}" destId="{20256AF9-73FC-4E02-8079-311C4A2FF0AE}" srcOrd="4" destOrd="0" parTransId="{3EDBF2D9-F049-48F7-938F-E517792073FD}" sibTransId="{321AF9B3-0830-498A-BDEB-EB8C379DAC41}"/>
    <dgm:cxn modelId="{49F044CF-5115-4030-BE34-F14338761E19}" type="presOf" srcId="{20256AF9-73FC-4E02-8079-311C4A2FF0AE}" destId="{31CAE856-6000-465C-997D-47DDFABF70B5}" srcOrd="0" destOrd="0" presId="urn:microsoft.com/office/officeart/2011/layout/CircleProcess"/>
    <dgm:cxn modelId="{E905F8D2-33A2-4B2B-AA87-68C5673EE4CE}" type="presOf" srcId="{C88BFD04-E383-43CE-B8A1-0DE5B192598E}" destId="{10B0A7D4-8B18-4746-863E-34EB104EAB20}" srcOrd="0" destOrd="0" presId="urn:microsoft.com/office/officeart/2011/layout/CircleProcess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4F1408E7-7558-4C98-AAE1-00403134112E}" srcId="{9A0A5950-1A45-42C5-BD22-D4D6BBD70287}" destId="{122DBF36-E4BF-44B4-A02D-C2C650A07AB8}" srcOrd="5" destOrd="0" parTransId="{72254968-85A6-4E95-BD23-30B7146A3BF4}" sibTransId="{3B767702-9892-4B31-B57E-3EBFCBD3FFE3}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C0FCA52A-2C86-4268-BA22-E8D4A5991427}" type="presParOf" srcId="{A0DEC658-3ADA-4FDC-AEE7-11B2E4896136}" destId="{BF0C12C3-80A0-46A4-8C41-DAFBDC7204A3}" srcOrd="0" destOrd="0" presId="urn:microsoft.com/office/officeart/2011/layout/CircleProcess"/>
    <dgm:cxn modelId="{A2740778-321A-4C31-951C-CBE28168DBF8}" type="presParOf" srcId="{BF0C12C3-80A0-46A4-8C41-DAFBDC7204A3}" destId="{109A939E-DC84-4D1E-AC18-D9186326CDF5}" srcOrd="0" destOrd="0" presId="urn:microsoft.com/office/officeart/2011/layout/CircleProcess"/>
    <dgm:cxn modelId="{9D75E08F-EF5F-4279-9BE1-C4ABAE15E72E}" type="presParOf" srcId="{A0DEC658-3ADA-4FDC-AEE7-11B2E4896136}" destId="{49F93E5F-2DDB-4D70-8DF8-1A1D07DE5B19}" srcOrd="1" destOrd="0" presId="urn:microsoft.com/office/officeart/2011/layout/CircleProcess"/>
    <dgm:cxn modelId="{E2E0C394-EE8E-4BAD-8D66-8B46EB6F4532}" type="presParOf" srcId="{49F93E5F-2DDB-4D70-8DF8-1A1D07DE5B19}" destId="{D1017E9D-DD6F-4339-9EC2-C9262A9DE7D0}" srcOrd="0" destOrd="0" presId="urn:microsoft.com/office/officeart/2011/layout/CircleProcess"/>
    <dgm:cxn modelId="{3519F7BF-D4E7-4D2E-9AED-8FAC730D4365}" type="presParOf" srcId="{A0DEC658-3ADA-4FDC-AEE7-11B2E4896136}" destId="{9653E0F9-7586-4F82-9DF6-EAA40A215446}" srcOrd="2" destOrd="0" presId="urn:microsoft.com/office/officeart/2011/layout/CircleProcess"/>
    <dgm:cxn modelId="{97ECB995-AA80-466E-8AF4-E8A2450E7EE2}" type="presParOf" srcId="{A0DEC658-3ADA-4FDC-AEE7-11B2E4896136}" destId="{FA1A97D3-EEEC-4557-8998-A50A0BFE92D5}" srcOrd="3" destOrd="0" presId="urn:microsoft.com/office/officeart/2011/layout/CircleProcess"/>
    <dgm:cxn modelId="{F8739E24-B803-4FB9-A54E-64EE01C5871A}" type="presParOf" srcId="{FA1A97D3-EEEC-4557-8998-A50A0BFE92D5}" destId="{3CECD6FD-AAB6-415B-A5FF-7661519EB28B}" srcOrd="0" destOrd="0" presId="urn:microsoft.com/office/officeart/2011/layout/CircleProcess"/>
    <dgm:cxn modelId="{3A8B6CE0-266C-4D68-8224-ED5934338DF8}" type="presParOf" srcId="{A0DEC658-3ADA-4FDC-AEE7-11B2E4896136}" destId="{9E008033-9B0F-48A6-8ADC-B398B3EB6D78}" srcOrd="4" destOrd="0" presId="urn:microsoft.com/office/officeart/2011/layout/CircleProcess"/>
    <dgm:cxn modelId="{2E061607-1629-4CA1-96C8-074527350DF2}" type="presParOf" srcId="{9E008033-9B0F-48A6-8ADC-B398B3EB6D78}" destId="{31CAE856-6000-465C-997D-47DDFABF70B5}" srcOrd="0" destOrd="0" presId="urn:microsoft.com/office/officeart/2011/layout/CircleProcess"/>
    <dgm:cxn modelId="{AE4C5C3F-CDEF-4865-BD7E-B88A4B9ECB52}" type="presParOf" srcId="{A0DEC658-3ADA-4FDC-AEE7-11B2E4896136}" destId="{017B72A9-4D40-46DF-B4CA-C0007D8B347E}" srcOrd="5" destOrd="0" presId="urn:microsoft.com/office/officeart/2011/layout/CircleProcess"/>
    <dgm:cxn modelId="{6CDAE950-871A-43DC-8F83-6E1F7DC065C9}" type="presParOf" srcId="{A0DEC658-3ADA-4FDC-AEE7-11B2E4896136}" destId="{6606E582-BF36-4A4D-9107-44C4F91A213E}" srcOrd="6" destOrd="0" presId="urn:microsoft.com/office/officeart/2011/layout/CircleProcess"/>
    <dgm:cxn modelId="{3A06B9E3-82E2-4B27-8091-79F8801EB591}" type="presParOf" srcId="{6606E582-BF36-4A4D-9107-44C4F91A213E}" destId="{348CC5EB-CBAD-4168-8F8D-BCE5E52610EB}" srcOrd="0" destOrd="0" presId="urn:microsoft.com/office/officeart/2011/layout/CircleProcess"/>
    <dgm:cxn modelId="{D094EFE0-1135-41A7-8EA0-9BA1A52667BC}" type="presParOf" srcId="{A0DEC658-3ADA-4FDC-AEE7-11B2E4896136}" destId="{F320C568-7B87-4402-A2D6-375B5A3E0208}" srcOrd="7" destOrd="0" presId="urn:microsoft.com/office/officeart/2011/layout/CircleProcess"/>
    <dgm:cxn modelId="{A7971612-D9CF-4531-BFA6-90449FBD35BD}" type="presParOf" srcId="{F320C568-7B87-4402-A2D6-375B5A3E0208}" destId="{10B0A7D4-8B18-4746-863E-34EB104EAB20}" srcOrd="0" destOrd="0" presId="urn:microsoft.com/office/officeart/2011/layout/CircleProcess"/>
    <dgm:cxn modelId="{1D776D8A-C568-48AC-A3E2-026514880E44}" type="presParOf" srcId="{A0DEC658-3ADA-4FDC-AEE7-11B2E4896136}" destId="{96CF41D9-4067-4D3E-88BB-79F911418B63}" srcOrd="8" destOrd="0" presId="urn:microsoft.com/office/officeart/2011/layout/CircleProcess"/>
    <dgm:cxn modelId="{0087131C-EC1E-4A40-918C-E83EF258A216}" type="presParOf" srcId="{A0DEC658-3ADA-4FDC-AEE7-11B2E4896136}" destId="{A934DDB5-CBC9-453A-A351-84D6570348CC}" srcOrd="9" destOrd="0" presId="urn:microsoft.com/office/officeart/2011/layout/CircleProcess"/>
    <dgm:cxn modelId="{EC7AEDB4-4C8D-44FC-9630-6D9A975C4304}" type="presParOf" srcId="{A934DDB5-CBC9-453A-A351-84D6570348CC}" destId="{5D55DFD1-CE81-46C2-A9E9-F075EEA8F875}" srcOrd="0" destOrd="0" presId="urn:microsoft.com/office/officeart/2011/layout/CircleProcess"/>
    <dgm:cxn modelId="{07AF35C0-4F53-4F64-917D-0DCC13CE000B}" type="presParOf" srcId="{A0DEC658-3ADA-4FDC-AEE7-11B2E4896136}" destId="{08431DA3-3E8C-41E6-AE3D-19075BD38218}" srcOrd="10" destOrd="0" presId="urn:microsoft.com/office/officeart/2011/layout/CircleProcess"/>
    <dgm:cxn modelId="{DB2C509F-D748-4894-9EE6-72C697F5CDC3}" type="presParOf" srcId="{08431DA3-3E8C-41E6-AE3D-19075BD38218}" destId="{6A593D49-F283-4863-8CCF-3D507A4D545B}" srcOrd="0" destOrd="0" presId="urn:microsoft.com/office/officeart/2011/layout/CircleProcess"/>
    <dgm:cxn modelId="{AE3F784B-033B-4274-9F30-D6503865340B}" type="presParOf" srcId="{A0DEC658-3ADA-4FDC-AEE7-11B2E4896136}" destId="{B0BE1CCF-C869-4738-ADE9-0FADC8CDB043}" srcOrd="11" destOrd="0" presId="urn:microsoft.com/office/officeart/2011/layout/CircleProcess"/>
    <dgm:cxn modelId="{F291683D-9E20-4DE8-A18D-4C0588908640}" type="presParOf" srcId="{A0DEC658-3ADA-4FDC-AEE7-11B2E4896136}" destId="{16EB995D-1C25-4C62-8542-289E9CEF85C0}" srcOrd="12" destOrd="0" presId="urn:microsoft.com/office/officeart/2011/layout/CircleProcess"/>
    <dgm:cxn modelId="{93F209B8-DB4E-466B-9347-7362C33B8926}" type="presParOf" srcId="{16EB995D-1C25-4C62-8542-289E9CEF85C0}" destId="{039F9A77-41E2-4F4D-9980-89885F01F2F4}" srcOrd="0" destOrd="0" presId="urn:microsoft.com/office/officeart/2011/layout/CircleProcess"/>
    <dgm:cxn modelId="{F8C220DE-6A45-4593-B54D-3FBB428DBA2F}" type="presParOf" srcId="{A0DEC658-3ADA-4FDC-AEE7-11B2E4896136}" destId="{62B0428B-2709-4F1C-A289-845F2565BE09}" srcOrd="13" destOrd="0" presId="urn:microsoft.com/office/officeart/2011/layout/CircleProcess"/>
    <dgm:cxn modelId="{DC923CA4-5D64-48AE-8CD7-57E29FE0FCF9}" type="presParOf" srcId="{62B0428B-2709-4F1C-A289-845F2565BE09}" destId="{1D205CBE-A814-43AE-8786-4769383CFC4C}" srcOrd="0" destOrd="0" presId="urn:microsoft.com/office/officeart/2011/layout/CircleProcess"/>
    <dgm:cxn modelId="{5E319834-ABBB-4F12-8E97-12CF8CB0426D}" type="presParOf" srcId="{A0DEC658-3ADA-4FDC-AEE7-11B2E4896136}" destId="{79DD08A3-2680-48DE-BDE6-C78120D7C001}" srcOrd="14" destOrd="0" presId="urn:microsoft.com/office/officeart/2011/layout/CircleProcess"/>
    <dgm:cxn modelId="{3746318F-1441-4BE5-B20C-7BD7380E1556}" type="presParOf" srcId="{A0DEC658-3ADA-4FDC-AEE7-11B2E4896136}" destId="{54EC2857-4E1D-4BA7-ADF9-22039296F5E0}" srcOrd="15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6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17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>
        <a:solidFill>
          <a:srgbClr val="FFFFFF"/>
        </a:solidFill>
      </dgm:spPr>
      <dgm:t>
        <a:bodyPr/>
        <a:lstStyle/>
        <a:p>
          <a:r>
            <a:rPr lang="en-IN" sz="1000" dirty="0">
              <a:ln>
                <a:noFill/>
              </a:ln>
            </a:rPr>
            <a:t>Test Set Metrics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41CA3DE4-8076-4DB2-815D-F4BEABA11D96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Class Distribution</a:t>
          </a:r>
        </a:p>
      </dgm:t>
    </dgm:pt>
    <dgm:pt modelId="{13F81088-72D9-4C97-A103-F2BBBF617C26}" type="parTrans" cxnId="{10489935-A61E-4C6F-8C87-F0E3A987864C}">
      <dgm:prSet/>
      <dgm:spPr/>
      <dgm:t>
        <a:bodyPr/>
        <a:lstStyle/>
        <a:p>
          <a:endParaRPr lang="en-GB"/>
        </a:p>
      </dgm:t>
    </dgm:pt>
    <dgm:pt modelId="{B1E861A4-9202-4B04-969B-4DEDDC889E03}" type="sibTrans" cxnId="{10489935-A61E-4C6F-8C87-F0E3A987864C}">
      <dgm:prSet/>
      <dgm:spPr/>
      <dgm:t>
        <a:bodyPr/>
        <a:lstStyle/>
        <a:p>
          <a:endParaRPr lang="en-GB"/>
        </a:p>
      </dgm:t>
    </dgm:pt>
    <dgm:pt modelId="{C88BFD04-E383-43CE-B8A1-0DE5B192598E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End</a:t>
          </a:r>
        </a:p>
      </dgm:t>
    </dgm:pt>
    <dgm:pt modelId="{043E1E85-6685-4F3F-85ED-9E8FD0AAD459}" type="parTrans" cxnId="{B03B9490-62C8-473C-BADA-6E957CC15182}">
      <dgm:prSet/>
      <dgm:spPr/>
      <dgm:t>
        <a:bodyPr/>
        <a:lstStyle/>
        <a:p>
          <a:endParaRPr lang="en-GB"/>
        </a:p>
      </dgm:t>
    </dgm:pt>
    <dgm:pt modelId="{5F9CFB25-76D4-46C0-84B7-491ACA48FCFC}" type="sibTrans" cxnId="{B03B9490-62C8-473C-BADA-6E957CC15182}">
      <dgm:prSet/>
      <dgm:spPr/>
      <dgm:t>
        <a:bodyPr/>
        <a:lstStyle/>
        <a:p>
          <a:endParaRPr lang="en-GB"/>
        </a:p>
      </dgm:t>
    </dgm:pt>
    <dgm:pt modelId="{BDD69EED-9A50-44C4-B8A9-C2BF96B131F3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Confusion Metrics</a:t>
          </a:r>
        </a:p>
      </dgm:t>
    </dgm:pt>
    <dgm:pt modelId="{94C9ED8D-EB0C-4D72-BC8E-FF3992613D3C}" type="parTrans" cxnId="{4E66DCD7-85C4-41AE-84F4-606AB21B6759}">
      <dgm:prSet/>
      <dgm:spPr/>
      <dgm:t>
        <a:bodyPr/>
        <a:lstStyle/>
        <a:p>
          <a:endParaRPr lang="en-GB"/>
        </a:p>
      </dgm:t>
    </dgm:pt>
    <dgm:pt modelId="{FA84B94A-F7BC-467B-A4ED-3F3E8C3AAE94}" type="sibTrans" cxnId="{4E66DCD7-85C4-41AE-84F4-606AB21B6759}">
      <dgm:prSet/>
      <dgm:spPr/>
      <dgm:t>
        <a:bodyPr/>
        <a:lstStyle/>
        <a:p>
          <a:endParaRPr lang="en-GB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55D35EB-D944-4DE5-B530-5BD9D779C890}" type="pres">
      <dgm:prSet presAssocID="{C88BFD04-E383-43CE-B8A1-0DE5B192598E}" presName="Accent4" presStyleCnt="0"/>
      <dgm:spPr/>
    </dgm:pt>
    <dgm:pt modelId="{348CC5EB-CBAD-4168-8F8D-BCE5E52610EB}" type="pres">
      <dgm:prSet presAssocID="{C88BFD04-E383-43CE-B8A1-0DE5B192598E}" presName="Accent" presStyleLbl="node1" presStyleIdx="0" presStyleCnt="4"/>
      <dgm:spPr/>
    </dgm:pt>
    <dgm:pt modelId="{DD1491E8-4570-480A-8298-DD14D78B3E58}" type="pres">
      <dgm:prSet presAssocID="{C88BFD04-E383-43CE-B8A1-0DE5B192598E}" presName="ParentBackground4" presStyleCnt="0"/>
      <dgm:spPr/>
    </dgm:pt>
    <dgm:pt modelId="{10B0A7D4-8B18-4746-863E-34EB104EAB20}" type="pres">
      <dgm:prSet presAssocID="{C88BFD04-E383-43CE-B8A1-0DE5B192598E}" presName="ParentBackground" presStyleLbl="fgAcc1" presStyleIdx="0" presStyleCnt="4"/>
      <dgm:spPr/>
    </dgm:pt>
    <dgm:pt modelId="{A3D2E411-9CC2-4D2F-BF47-15078BC9CDC7}" type="pres">
      <dgm:prSet presAssocID="{C88BFD04-E383-43CE-B8A1-0DE5B192598E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8787393-2E9E-457D-AA14-D7D1E9ACA2E4}" type="pres">
      <dgm:prSet presAssocID="{41CA3DE4-8076-4DB2-815D-F4BEABA11D96}" presName="Accent3" presStyleCnt="0"/>
      <dgm:spPr/>
    </dgm:pt>
    <dgm:pt modelId="{5D55DFD1-CE81-46C2-A9E9-F075EEA8F875}" type="pres">
      <dgm:prSet presAssocID="{41CA3DE4-8076-4DB2-815D-F4BEABA11D96}" presName="Accent" presStyleLbl="node1" presStyleIdx="1" presStyleCnt="4"/>
      <dgm:spPr/>
    </dgm:pt>
    <dgm:pt modelId="{8792F0D7-76AD-41B2-9D05-4316C25E5588}" type="pres">
      <dgm:prSet presAssocID="{41CA3DE4-8076-4DB2-815D-F4BEABA11D96}" presName="ParentBackground3" presStyleCnt="0"/>
      <dgm:spPr/>
    </dgm:pt>
    <dgm:pt modelId="{6A593D49-F283-4863-8CCF-3D507A4D545B}" type="pres">
      <dgm:prSet presAssocID="{41CA3DE4-8076-4DB2-815D-F4BEABA11D96}" presName="ParentBackground" presStyleLbl="fgAcc1" presStyleIdx="1" presStyleCnt="4" custLinFactNeighborY="-1810"/>
      <dgm:spPr/>
    </dgm:pt>
    <dgm:pt modelId="{1A3123AE-353D-45C4-A6EF-FB17504F7BBD}" type="pres">
      <dgm:prSet presAssocID="{41CA3DE4-8076-4DB2-815D-F4BEABA11D9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9670F3E-1D83-4B04-903F-34F3E9F65B79}" type="pres">
      <dgm:prSet presAssocID="{BDD69EED-9A50-44C4-B8A9-C2BF96B131F3}" presName="Accent2" presStyleCnt="0"/>
      <dgm:spPr/>
    </dgm:pt>
    <dgm:pt modelId="{32AFBE69-0968-4FE9-9562-1CF0B2FE0AD5}" type="pres">
      <dgm:prSet presAssocID="{BDD69EED-9A50-44C4-B8A9-C2BF96B131F3}" presName="Accent" presStyleLbl="node1" presStyleIdx="2" presStyleCnt="4"/>
      <dgm:spPr/>
    </dgm:pt>
    <dgm:pt modelId="{2EB6DE4B-EEFC-4454-B88C-476F351F83BF}" type="pres">
      <dgm:prSet presAssocID="{BDD69EED-9A50-44C4-B8A9-C2BF96B131F3}" presName="ParentBackground2" presStyleCnt="0"/>
      <dgm:spPr/>
    </dgm:pt>
    <dgm:pt modelId="{2E1D5C14-55C4-4D38-A34C-39641E0AC0D2}" type="pres">
      <dgm:prSet presAssocID="{BDD69EED-9A50-44C4-B8A9-C2BF96B131F3}" presName="ParentBackground" presStyleLbl="fgAcc1" presStyleIdx="2" presStyleCnt="4"/>
      <dgm:spPr/>
    </dgm:pt>
    <dgm:pt modelId="{BD911C21-2947-4906-B3F4-A738089DB450}" type="pres">
      <dgm:prSet presAssocID="{BDD69EED-9A50-44C4-B8A9-C2BF96B131F3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3" presStyleCnt="4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3" presStyleCnt="4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10489935-A61E-4C6F-8C87-F0E3A987864C}" srcId="{9A0A5950-1A45-42C5-BD22-D4D6BBD70287}" destId="{41CA3DE4-8076-4DB2-815D-F4BEABA11D96}" srcOrd="2" destOrd="0" parTransId="{13F81088-72D9-4C97-A103-F2BBBF617C26}" sibTransId="{B1E861A4-9202-4B04-969B-4DEDDC889E03}"/>
    <dgm:cxn modelId="{5E437137-6967-4C33-9000-55D66E93A106}" type="presOf" srcId="{BDD69EED-9A50-44C4-B8A9-C2BF96B131F3}" destId="{2E1D5C14-55C4-4D38-A34C-39641E0AC0D2}" srcOrd="0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F35E0271-EF63-4446-9968-4440A8BB16FD}" type="presOf" srcId="{C88BFD04-E383-43CE-B8A1-0DE5B192598E}" destId="{A3D2E411-9CC2-4D2F-BF47-15078BC9CDC7}" srcOrd="1" destOrd="0" presId="urn:microsoft.com/office/officeart/2011/layout/CircleProcess"/>
    <dgm:cxn modelId="{395AE982-11B7-42E5-B4C0-D4C3742F63F9}" type="presOf" srcId="{BDD69EED-9A50-44C4-B8A9-C2BF96B131F3}" destId="{BD911C21-2947-4906-B3F4-A738089DB450}" srcOrd="1" destOrd="0" presId="urn:microsoft.com/office/officeart/2011/layout/CircleProcess"/>
    <dgm:cxn modelId="{B03B9490-62C8-473C-BADA-6E957CC15182}" srcId="{9A0A5950-1A45-42C5-BD22-D4D6BBD70287}" destId="{C88BFD04-E383-43CE-B8A1-0DE5B192598E}" srcOrd="3" destOrd="0" parTransId="{043E1E85-6685-4F3F-85ED-9E8FD0AAD459}" sibTransId="{5F9CFB25-76D4-46C0-84B7-491ACA48FCFC}"/>
    <dgm:cxn modelId="{B08360C2-BD10-4094-AE6D-0727EFF1A252}" type="presOf" srcId="{C88BFD04-E383-43CE-B8A1-0DE5B192598E}" destId="{10B0A7D4-8B18-4746-863E-34EB104EAB20}" srcOrd="0" destOrd="0" presId="urn:microsoft.com/office/officeart/2011/layout/CircleProcess"/>
    <dgm:cxn modelId="{4E66DCD7-85C4-41AE-84F4-606AB21B6759}" srcId="{9A0A5950-1A45-42C5-BD22-D4D6BBD70287}" destId="{BDD69EED-9A50-44C4-B8A9-C2BF96B131F3}" srcOrd="1" destOrd="0" parTransId="{94C9ED8D-EB0C-4D72-BC8E-FF3992613D3C}" sibTransId="{FA84B94A-F7BC-467B-A4ED-3F3E8C3AAE94}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69D4C4E1-6136-4C73-A2E1-DE735B0E0FC7}" type="presOf" srcId="{41CA3DE4-8076-4DB2-815D-F4BEABA11D96}" destId="{6A593D49-F283-4863-8CCF-3D507A4D545B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855E55F9-AFEB-41DB-84F8-5C3925DFA6D8}" type="presOf" srcId="{41CA3DE4-8076-4DB2-815D-F4BEABA11D96}" destId="{1A3123AE-353D-45C4-A6EF-FB17504F7BBD}" srcOrd="1" destOrd="0" presId="urn:microsoft.com/office/officeart/2011/layout/CircleProcess"/>
    <dgm:cxn modelId="{8C975799-D4C7-4998-9AD7-13D6701F8338}" type="presParOf" srcId="{A0DEC658-3ADA-4FDC-AEE7-11B2E4896136}" destId="{A55D35EB-D944-4DE5-B530-5BD9D779C890}" srcOrd="0" destOrd="0" presId="urn:microsoft.com/office/officeart/2011/layout/CircleProcess"/>
    <dgm:cxn modelId="{EB87CF72-C90F-459E-997F-8977D1C6B60E}" type="presParOf" srcId="{A55D35EB-D944-4DE5-B530-5BD9D779C890}" destId="{348CC5EB-CBAD-4168-8F8D-BCE5E52610EB}" srcOrd="0" destOrd="0" presId="urn:microsoft.com/office/officeart/2011/layout/CircleProcess"/>
    <dgm:cxn modelId="{98CECB86-756C-466F-90B3-F17FEA4926BC}" type="presParOf" srcId="{A0DEC658-3ADA-4FDC-AEE7-11B2E4896136}" destId="{DD1491E8-4570-480A-8298-DD14D78B3E58}" srcOrd="1" destOrd="0" presId="urn:microsoft.com/office/officeart/2011/layout/CircleProcess"/>
    <dgm:cxn modelId="{A2FC9890-892C-47DE-80DB-97145493CCEB}" type="presParOf" srcId="{DD1491E8-4570-480A-8298-DD14D78B3E58}" destId="{10B0A7D4-8B18-4746-863E-34EB104EAB20}" srcOrd="0" destOrd="0" presId="urn:microsoft.com/office/officeart/2011/layout/CircleProcess"/>
    <dgm:cxn modelId="{86BE650B-04A8-403F-8EBA-287E186DD8E0}" type="presParOf" srcId="{A0DEC658-3ADA-4FDC-AEE7-11B2E4896136}" destId="{A3D2E411-9CC2-4D2F-BF47-15078BC9CDC7}" srcOrd="2" destOrd="0" presId="urn:microsoft.com/office/officeart/2011/layout/CircleProcess"/>
    <dgm:cxn modelId="{194B3EB9-E1BC-4659-B696-90AC02DA54AC}" type="presParOf" srcId="{A0DEC658-3ADA-4FDC-AEE7-11B2E4896136}" destId="{D8787393-2E9E-457D-AA14-D7D1E9ACA2E4}" srcOrd="3" destOrd="0" presId="urn:microsoft.com/office/officeart/2011/layout/CircleProcess"/>
    <dgm:cxn modelId="{01B88A1F-15D7-4A45-896E-0ED1AD6C3317}" type="presParOf" srcId="{D8787393-2E9E-457D-AA14-D7D1E9ACA2E4}" destId="{5D55DFD1-CE81-46C2-A9E9-F075EEA8F875}" srcOrd="0" destOrd="0" presId="urn:microsoft.com/office/officeart/2011/layout/CircleProcess"/>
    <dgm:cxn modelId="{67C93CCD-085F-43FC-A5D0-D7212AF99B9E}" type="presParOf" srcId="{A0DEC658-3ADA-4FDC-AEE7-11B2E4896136}" destId="{8792F0D7-76AD-41B2-9D05-4316C25E5588}" srcOrd="4" destOrd="0" presId="urn:microsoft.com/office/officeart/2011/layout/CircleProcess"/>
    <dgm:cxn modelId="{CF30F549-8C0E-46A6-B529-EB7FECC14A86}" type="presParOf" srcId="{8792F0D7-76AD-41B2-9D05-4316C25E5588}" destId="{6A593D49-F283-4863-8CCF-3D507A4D545B}" srcOrd="0" destOrd="0" presId="urn:microsoft.com/office/officeart/2011/layout/CircleProcess"/>
    <dgm:cxn modelId="{4CA3C82B-689A-4808-BBC7-97C2F6A20F82}" type="presParOf" srcId="{A0DEC658-3ADA-4FDC-AEE7-11B2E4896136}" destId="{1A3123AE-353D-45C4-A6EF-FB17504F7BBD}" srcOrd="5" destOrd="0" presId="urn:microsoft.com/office/officeart/2011/layout/CircleProcess"/>
    <dgm:cxn modelId="{90128B1F-7C3C-43D8-A338-A60D27836ABE}" type="presParOf" srcId="{A0DEC658-3ADA-4FDC-AEE7-11B2E4896136}" destId="{69670F3E-1D83-4B04-903F-34F3E9F65B79}" srcOrd="6" destOrd="0" presId="urn:microsoft.com/office/officeart/2011/layout/CircleProcess"/>
    <dgm:cxn modelId="{D9E49047-39BA-4B94-932B-A6EE387AA869}" type="presParOf" srcId="{69670F3E-1D83-4B04-903F-34F3E9F65B79}" destId="{32AFBE69-0968-4FE9-9562-1CF0B2FE0AD5}" srcOrd="0" destOrd="0" presId="urn:microsoft.com/office/officeart/2011/layout/CircleProcess"/>
    <dgm:cxn modelId="{88DE41C5-E499-4C3F-ABDE-3CA53A188126}" type="presParOf" srcId="{A0DEC658-3ADA-4FDC-AEE7-11B2E4896136}" destId="{2EB6DE4B-EEFC-4454-B88C-476F351F83BF}" srcOrd="7" destOrd="0" presId="urn:microsoft.com/office/officeart/2011/layout/CircleProcess"/>
    <dgm:cxn modelId="{C87EB395-93F0-4E8D-8763-BB8D10C588E3}" type="presParOf" srcId="{2EB6DE4B-EEFC-4454-B88C-476F351F83BF}" destId="{2E1D5C14-55C4-4D38-A34C-39641E0AC0D2}" srcOrd="0" destOrd="0" presId="urn:microsoft.com/office/officeart/2011/layout/CircleProcess"/>
    <dgm:cxn modelId="{98177DBC-F928-46CC-BEA4-7CCDE382B43E}" type="presParOf" srcId="{A0DEC658-3ADA-4FDC-AEE7-11B2E4896136}" destId="{BD911C21-2947-4906-B3F4-A738089DB450}" srcOrd="8" destOrd="0" presId="urn:microsoft.com/office/officeart/2011/layout/CircleProcess"/>
    <dgm:cxn modelId="{3746318F-1441-4BE5-B20C-7BD7380E1556}" type="presParOf" srcId="{A0DEC658-3ADA-4FDC-AEE7-11B2E4896136}" destId="{54EC2857-4E1D-4BA7-ADF9-22039296F5E0}" srcOrd="9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0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11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Accuracy/Loss Curves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37D760C9-D293-49DD-BA2A-3B19ED90381B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Feature Analysis</a:t>
          </a:r>
        </a:p>
      </dgm:t>
    </dgm:pt>
    <dgm:pt modelId="{B3B1642B-690C-4799-8E86-7F6461171BD4}" type="parTrans" cxnId="{34B5A496-D376-4459-8AD8-D419FEEAE47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385875B8-0790-4E60-9E7A-B8061DC3C914}" type="sibTrans" cxnId="{34B5A496-D376-4459-8AD8-D419FEEAE478}">
      <dgm:prSet/>
      <dgm:spPr/>
      <dgm:t>
        <a:bodyPr/>
        <a:lstStyle/>
        <a:p>
          <a:endParaRPr lang="en-IN">
            <a:ln>
              <a:noFill/>
            </a:ln>
          </a:endParaRPr>
        </a:p>
      </dgm:t>
    </dgm:pt>
    <dgm:pt modelId="{41CA3DE4-8076-4DB2-815D-F4BEABA11D96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Model Weights</a:t>
          </a:r>
        </a:p>
      </dgm:t>
    </dgm:pt>
    <dgm:pt modelId="{13F81088-72D9-4C97-A103-F2BBBF617C26}" type="parTrans" cxnId="{10489935-A61E-4C6F-8C87-F0E3A987864C}">
      <dgm:prSet/>
      <dgm:spPr/>
      <dgm:t>
        <a:bodyPr/>
        <a:lstStyle/>
        <a:p>
          <a:endParaRPr lang="en-GB"/>
        </a:p>
      </dgm:t>
    </dgm:pt>
    <dgm:pt modelId="{B1E861A4-9202-4B04-969B-4DEDDC889E03}" type="sibTrans" cxnId="{10489935-A61E-4C6F-8C87-F0E3A987864C}">
      <dgm:prSet/>
      <dgm:spPr/>
      <dgm:t>
        <a:bodyPr/>
        <a:lstStyle/>
        <a:p>
          <a:endParaRPr lang="en-GB"/>
        </a:p>
      </dgm:t>
    </dgm:pt>
    <dgm:pt modelId="{C88BFD04-E383-43CE-B8A1-0DE5B192598E}">
      <dgm:prSet phldrT="[Text]" custT="1"/>
      <dgm:spPr/>
      <dgm:t>
        <a:bodyPr/>
        <a:lstStyle/>
        <a:p>
          <a:r>
            <a:rPr lang="en-IN" sz="1000" dirty="0">
              <a:ln>
                <a:noFill/>
              </a:ln>
            </a:rPr>
            <a:t>End</a:t>
          </a:r>
        </a:p>
      </dgm:t>
    </dgm:pt>
    <dgm:pt modelId="{043E1E85-6685-4F3F-85ED-9E8FD0AAD459}" type="parTrans" cxnId="{B03B9490-62C8-473C-BADA-6E957CC15182}">
      <dgm:prSet/>
      <dgm:spPr/>
      <dgm:t>
        <a:bodyPr/>
        <a:lstStyle/>
        <a:p>
          <a:endParaRPr lang="en-GB"/>
        </a:p>
      </dgm:t>
    </dgm:pt>
    <dgm:pt modelId="{5F9CFB25-76D4-46C0-84B7-491ACA48FCFC}" type="sibTrans" cxnId="{B03B9490-62C8-473C-BADA-6E957CC15182}">
      <dgm:prSet/>
      <dgm:spPr/>
      <dgm:t>
        <a:bodyPr/>
        <a:lstStyle/>
        <a:p>
          <a:endParaRPr lang="en-GB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6606E582-BF36-4A4D-9107-44C4F91A213E}" type="pres">
      <dgm:prSet presAssocID="{C88BFD04-E383-43CE-B8A1-0DE5B192598E}" presName="Accent4" presStyleCnt="0"/>
      <dgm:spPr/>
    </dgm:pt>
    <dgm:pt modelId="{348CC5EB-CBAD-4168-8F8D-BCE5E52610EB}" type="pres">
      <dgm:prSet presAssocID="{C88BFD04-E383-43CE-B8A1-0DE5B192598E}" presName="Accent" presStyleLbl="node1" presStyleIdx="0" presStyleCnt="4"/>
      <dgm:spPr/>
    </dgm:pt>
    <dgm:pt modelId="{F320C568-7B87-4402-A2D6-375B5A3E0208}" type="pres">
      <dgm:prSet presAssocID="{C88BFD04-E383-43CE-B8A1-0DE5B192598E}" presName="ParentBackground4" presStyleCnt="0"/>
      <dgm:spPr/>
    </dgm:pt>
    <dgm:pt modelId="{10B0A7D4-8B18-4746-863E-34EB104EAB20}" type="pres">
      <dgm:prSet presAssocID="{C88BFD04-E383-43CE-B8A1-0DE5B192598E}" presName="ParentBackground" presStyleLbl="fgAcc1" presStyleIdx="0" presStyleCnt="4"/>
      <dgm:spPr/>
    </dgm:pt>
    <dgm:pt modelId="{96CF41D9-4067-4D3E-88BB-79F911418B63}" type="pres">
      <dgm:prSet presAssocID="{C88BFD04-E383-43CE-B8A1-0DE5B192598E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934DDB5-CBC9-453A-A351-84D6570348CC}" type="pres">
      <dgm:prSet presAssocID="{41CA3DE4-8076-4DB2-815D-F4BEABA11D96}" presName="Accent3" presStyleCnt="0"/>
      <dgm:spPr/>
    </dgm:pt>
    <dgm:pt modelId="{5D55DFD1-CE81-46C2-A9E9-F075EEA8F875}" type="pres">
      <dgm:prSet presAssocID="{41CA3DE4-8076-4DB2-815D-F4BEABA11D96}" presName="Accent" presStyleLbl="node1" presStyleIdx="1" presStyleCnt="4"/>
      <dgm:spPr/>
    </dgm:pt>
    <dgm:pt modelId="{08431DA3-3E8C-41E6-AE3D-19075BD38218}" type="pres">
      <dgm:prSet presAssocID="{41CA3DE4-8076-4DB2-815D-F4BEABA11D96}" presName="ParentBackground3" presStyleCnt="0"/>
      <dgm:spPr/>
    </dgm:pt>
    <dgm:pt modelId="{6A593D49-F283-4863-8CCF-3D507A4D545B}" type="pres">
      <dgm:prSet presAssocID="{41CA3DE4-8076-4DB2-815D-F4BEABA11D96}" presName="ParentBackground" presStyleLbl="fgAcc1" presStyleIdx="1" presStyleCnt="4" custLinFactNeighborY="-1810"/>
      <dgm:spPr/>
    </dgm:pt>
    <dgm:pt modelId="{B0BE1CCF-C869-4738-ADE9-0FADC8CDB043}" type="pres">
      <dgm:prSet presAssocID="{41CA3DE4-8076-4DB2-815D-F4BEABA11D9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B995D-1C25-4C62-8542-289E9CEF85C0}" type="pres">
      <dgm:prSet presAssocID="{37D760C9-D293-49DD-BA2A-3B19ED90381B}" presName="Accent2" presStyleCnt="0"/>
      <dgm:spPr/>
    </dgm:pt>
    <dgm:pt modelId="{039F9A77-41E2-4F4D-9980-89885F01F2F4}" type="pres">
      <dgm:prSet presAssocID="{37D760C9-D293-49DD-BA2A-3B19ED90381B}" presName="Accent" presStyleLbl="node1" presStyleIdx="2" presStyleCnt="4"/>
      <dgm:spPr/>
    </dgm:pt>
    <dgm:pt modelId="{62B0428B-2709-4F1C-A289-845F2565BE09}" type="pres">
      <dgm:prSet presAssocID="{37D760C9-D293-49DD-BA2A-3B19ED90381B}" presName="ParentBackground2" presStyleCnt="0"/>
      <dgm:spPr/>
    </dgm:pt>
    <dgm:pt modelId="{1D205CBE-A814-43AE-8786-4769383CFC4C}" type="pres">
      <dgm:prSet presAssocID="{37D760C9-D293-49DD-BA2A-3B19ED90381B}" presName="ParentBackground" presStyleLbl="fgAcc1" presStyleIdx="2" presStyleCnt="4"/>
      <dgm:spPr/>
    </dgm:pt>
    <dgm:pt modelId="{79DD08A3-2680-48DE-BDE6-C78120D7C001}" type="pres">
      <dgm:prSet presAssocID="{37D760C9-D293-49DD-BA2A-3B19ED9038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3" presStyleCnt="4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3" presStyleCnt="4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1858150E-A7A9-4A8F-993C-1A8DEC4D2253}" type="presOf" srcId="{41CA3DE4-8076-4DB2-815D-F4BEABA11D96}" destId="{6A593D49-F283-4863-8CCF-3D507A4D545B}" srcOrd="0" destOrd="0" presId="urn:microsoft.com/office/officeart/2011/layout/CircleProcess"/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10489935-A61E-4C6F-8C87-F0E3A987864C}" srcId="{9A0A5950-1A45-42C5-BD22-D4D6BBD70287}" destId="{41CA3DE4-8076-4DB2-815D-F4BEABA11D96}" srcOrd="2" destOrd="0" parTransId="{13F81088-72D9-4C97-A103-F2BBBF617C26}" sibTransId="{B1E861A4-9202-4B04-969B-4DEDDC889E03}"/>
    <dgm:cxn modelId="{F4666B3C-75C0-474F-86BB-C4B928AC28E1}" type="presOf" srcId="{41CA3DE4-8076-4DB2-815D-F4BEABA11D96}" destId="{B0BE1CCF-C869-4738-ADE9-0FADC8CDB043}" srcOrd="1" destOrd="0" presId="urn:microsoft.com/office/officeart/2011/layout/CircleProcess"/>
    <dgm:cxn modelId="{6DC66140-5534-4D30-A9CA-A727A600C997}" type="presOf" srcId="{C88BFD04-E383-43CE-B8A1-0DE5B192598E}" destId="{96CF41D9-4067-4D3E-88BB-79F911418B63}" srcOrd="1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82109E7C-33A7-46C3-9CE6-DFCD757900D6}" type="presOf" srcId="{37D760C9-D293-49DD-BA2A-3B19ED90381B}" destId="{79DD08A3-2680-48DE-BDE6-C78120D7C001}" srcOrd="1" destOrd="0" presId="urn:microsoft.com/office/officeart/2011/layout/CircleProcess"/>
    <dgm:cxn modelId="{972C878D-B834-4CC9-B7D1-B83A8B99AE23}" type="presOf" srcId="{37D760C9-D293-49DD-BA2A-3B19ED90381B}" destId="{1D205CBE-A814-43AE-8786-4769383CFC4C}" srcOrd="0" destOrd="0" presId="urn:microsoft.com/office/officeart/2011/layout/CircleProcess"/>
    <dgm:cxn modelId="{B03B9490-62C8-473C-BADA-6E957CC15182}" srcId="{9A0A5950-1A45-42C5-BD22-D4D6BBD70287}" destId="{C88BFD04-E383-43CE-B8A1-0DE5B192598E}" srcOrd="3" destOrd="0" parTransId="{043E1E85-6685-4F3F-85ED-9E8FD0AAD459}" sibTransId="{5F9CFB25-76D4-46C0-84B7-491ACA48FCFC}"/>
    <dgm:cxn modelId="{34B5A496-D376-4459-8AD8-D419FEEAE478}" srcId="{9A0A5950-1A45-42C5-BD22-D4D6BBD70287}" destId="{37D760C9-D293-49DD-BA2A-3B19ED90381B}" srcOrd="1" destOrd="0" parTransId="{B3B1642B-690C-4799-8E86-7F6461171BD4}" sibTransId="{385875B8-0790-4E60-9E7A-B8061DC3C914}"/>
    <dgm:cxn modelId="{E905F8D2-33A2-4B2B-AA87-68C5673EE4CE}" type="presOf" srcId="{C88BFD04-E383-43CE-B8A1-0DE5B192598E}" destId="{10B0A7D4-8B18-4746-863E-34EB104EAB20}" srcOrd="0" destOrd="0" presId="urn:microsoft.com/office/officeart/2011/layout/CircleProcess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6CDAE950-871A-43DC-8F83-6E1F7DC065C9}" type="presParOf" srcId="{A0DEC658-3ADA-4FDC-AEE7-11B2E4896136}" destId="{6606E582-BF36-4A4D-9107-44C4F91A213E}" srcOrd="0" destOrd="0" presId="urn:microsoft.com/office/officeart/2011/layout/CircleProcess"/>
    <dgm:cxn modelId="{3A06B9E3-82E2-4B27-8091-79F8801EB591}" type="presParOf" srcId="{6606E582-BF36-4A4D-9107-44C4F91A213E}" destId="{348CC5EB-CBAD-4168-8F8D-BCE5E52610EB}" srcOrd="0" destOrd="0" presId="urn:microsoft.com/office/officeart/2011/layout/CircleProcess"/>
    <dgm:cxn modelId="{D094EFE0-1135-41A7-8EA0-9BA1A52667BC}" type="presParOf" srcId="{A0DEC658-3ADA-4FDC-AEE7-11B2E4896136}" destId="{F320C568-7B87-4402-A2D6-375B5A3E0208}" srcOrd="1" destOrd="0" presId="urn:microsoft.com/office/officeart/2011/layout/CircleProcess"/>
    <dgm:cxn modelId="{A7971612-D9CF-4531-BFA6-90449FBD35BD}" type="presParOf" srcId="{F320C568-7B87-4402-A2D6-375B5A3E0208}" destId="{10B0A7D4-8B18-4746-863E-34EB104EAB20}" srcOrd="0" destOrd="0" presId="urn:microsoft.com/office/officeart/2011/layout/CircleProcess"/>
    <dgm:cxn modelId="{1D776D8A-C568-48AC-A3E2-026514880E44}" type="presParOf" srcId="{A0DEC658-3ADA-4FDC-AEE7-11B2E4896136}" destId="{96CF41D9-4067-4D3E-88BB-79F911418B63}" srcOrd="2" destOrd="0" presId="urn:microsoft.com/office/officeart/2011/layout/CircleProcess"/>
    <dgm:cxn modelId="{0087131C-EC1E-4A40-918C-E83EF258A216}" type="presParOf" srcId="{A0DEC658-3ADA-4FDC-AEE7-11B2E4896136}" destId="{A934DDB5-CBC9-453A-A351-84D6570348CC}" srcOrd="3" destOrd="0" presId="urn:microsoft.com/office/officeart/2011/layout/CircleProcess"/>
    <dgm:cxn modelId="{EC7AEDB4-4C8D-44FC-9630-6D9A975C4304}" type="presParOf" srcId="{A934DDB5-CBC9-453A-A351-84D6570348CC}" destId="{5D55DFD1-CE81-46C2-A9E9-F075EEA8F875}" srcOrd="0" destOrd="0" presId="urn:microsoft.com/office/officeart/2011/layout/CircleProcess"/>
    <dgm:cxn modelId="{07AF35C0-4F53-4F64-917D-0DCC13CE000B}" type="presParOf" srcId="{A0DEC658-3ADA-4FDC-AEE7-11B2E4896136}" destId="{08431DA3-3E8C-41E6-AE3D-19075BD38218}" srcOrd="4" destOrd="0" presId="urn:microsoft.com/office/officeart/2011/layout/CircleProcess"/>
    <dgm:cxn modelId="{DB2C509F-D748-4894-9EE6-72C697F5CDC3}" type="presParOf" srcId="{08431DA3-3E8C-41E6-AE3D-19075BD38218}" destId="{6A593D49-F283-4863-8CCF-3D507A4D545B}" srcOrd="0" destOrd="0" presId="urn:microsoft.com/office/officeart/2011/layout/CircleProcess"/>
    <dgm:cxn modelId="{AE3F784B-033B-4274-9F30-D6503865340B}" type="presParOf" srcId="{A0DEC658-3ADA-4FDC-AEE7-11B2E4896136}" destId="{B0BE1CCF-C869-4738-ADE9-0FADC8CDB043}" srcOrd="5" destOrd="0" presId="urn:microsoft.com/office/officeart/2011/layout/CircleProcess"/>
    <dgm:cxn modelId="{F291683D-9E20-4DE8-A18D-4C0588908640}" type="presParOf" srcId="{A0DEC658-3ADA-4FDC-AEE7-11B2E4896136}" destId="{16EB995D-1C25-4C62-8542-289E9CEF85C0}" srcOrd="6" destOrd="0" presId="urn:microsoft.com/office/officeart/2011/layout/CircleProcess"/>
    <dgm:cxn modelId="{93F209B8-DB4E-466B-9347-7362C33B8926}" type="presParOf" srcId="{16EB995D-1C25-4C62-8542-289E9CEF85C0}" destId="{039F9A77-41E2-4F4D-9980-89885F01F2F4}" srcOrd="0" destOrd="0" presId="urn:microsoft.com/office/officeart/2011/layout/CircleProcess"/>
    <dgm:cxn modelId="{F8C220DE-6A45-4593-B54D-3FBB428DBA2F}" type="presParOf" srcId="{A0DEC658-3ADA-4FDC-AEE7-11B2E4896136}" destId="{62B0428B-2709-4F1C-A289-845F2565BE09}" srcOrd="7" destOrd="0" presId="urn:microsoft.com/office/officeart/2011/layout/CircleProcess"/>
    <dgm:cxn modelId="{DC923CA4-5D64-48AE-8CD7-57E29FE0FCF9}" type="presParOf" srcId="{62B0428B-2709-4F1C-A289-845F2565BE09}" destId="{1D205CBE-A814-43AE-8786-4769383CFC4C}" srcOrd="0" destOrd="0" presId="urn:microsoft.com/office/officeart/2011/layout/CircleProcess"/>
    <dgm:cxn modelId="{5E319834-ABBB-4F12-8E97-12CF8CB0426D}" type="presParOf" srcId="{A0DEC658-3ADA-4FDC-AEE7-11B2E4896136}" destId="{79DD08A3-2680-48DE-BDE6-C78120D7C001}" srcOrd="8" destOrd="0" presId="urn:microsoft.com/office/officeart/2011/layout/CircleProcess"/>
    <dgm:cxn modelId="{3746318F-1441-4BE5-B20C-7BD7380E1556}" type="presParOf" srcId="{A0DEC658-3ADA-4FDC-AEE7-11B2E4896136}" destId="{54EC2857-4E1D-4BA7-ADF9-22039296F5E0}" srcOrd="9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0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11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r>
            <a:rPr lang="en-IN" sz="1200" b="1" dirty="0"/>
            <a:t>Load Config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 sz="1200" b="1"/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 sz="1200" b="1"/>
        </a:p>
      </dgm:t>
    </dgm:pt>
    <dgm:pt modelId="{37D760C9-D293-49DD-BA2A-3B19ED90381B}">
      <dgm:prSet phldrT="[Text]" custT="1"/>
      <dgm:spPr/>
      <dgm:t>
        <a:bodyPr/>
        <a:lstStyle/>
        <a:p>
          <a:r>
            <a:rPr lang="en-IN" sz="1200" b="1" dirty="0"/>
            <a:t>Find Best Model </a:t>
          </a:r>
        </a:p>
      </dgm:t>
    </dgm:pt>
    <dgm:pt modelId="{B3B1642B-690C-4799-8E86-7F6461171BD4}" type="parTrans" cxnId="{34B5A496-D376-4459-8AD8-D419FEEAE478}">
      <dgm:prSet/>
      <dgm:spPr/>
      <dgm:t>
        <a:bodyPr/>
        <a:lstStyle/>
        <a:p>
          <a:endParaRPr lang="en-IN" sz="1200" b="1"/>
        </a:p>
      </dgm:t>
    </dgm:pt>
    <dgm:pt modelId="{385875B8-0790-4E60-9E7A-B8061DC3C914}" type="sibTrans" cxnId="{34B5A496-D376-4459-8AD8-D419FEEAE478}">
      <dgm:prSet/>
      <dgm:spPr/>
      <dgm:t>
        <a:bodyPr/>
        <a:lstStyle/>
        <a:p>
          <a:endParaRPr lang="en-IN" sz="1200" b="1"/>
        </a:p>
      </dgm:t>
    </dgm:pt>
    <dgm:pt modelId="{18E92ECA-154B-467D-A329-A904C1682D4D}">
      <dgm:prSet phldrT="[Text]" custT="1"/>
      <dgm:spPr/>
      <dgm:t>
        <a:bodyPr/>
        <a:lstStyle/>
        <a:p>
          <a:r>
            <a:rPr lang="en-IN" sz="1200" b="1" dirty="0"/>
            <a:t>Load Best Model</a:t>
          </a:r>
        </a:p>
      </dgm:t>
    </dgm:pt>
    <dgm:pt modelId="{D8F43E5E-F77A-4946-8C3F-C933BEBA9192}" type="parTrans" cxnId="{9390144F-1C96-4581-86F4-DD40053C21BA}">
      <dgm:prSet/>
      <dgm:spPr/>
      <dgm:t>
        <a:bodyPr/>
        <a:lstStyle/>
        <a:p>
          <a:endParaRPr lang="en-IN" sz="1200" b="1"/>
        </a:p>
      </dgm:t>
    </dgm:pt>
    <dgm:pt modelId="{B04D73C7-28A1-4193-969D-2BBEB97CB1DB}" type="sibTrans" cxnId="{9390144F-1C96-4581-86F4-DD40053C21BA}">
      <dgm:prSet/>
      <dgm:spPr/>
      <dgm:t>
        <a:bodyPr/>
        <a:lstStyle/>
        <a:p>
          <a:endParaRPr lang="en-IN" sz="1200" b="1"/>
        </a:p>
      </dgm:t>
    </dgm:pt>
    <dgm:pt modelId="{43CB20DC-6561-4644-9871-8784B6BE3F1B}">
      <dgm:prSet phldrT="[Text]" custT="1"/>
      <dgm:spPr/>
      <dgm:t>
        <a:bodyPr/>
        <a:lstStyle/>
        <a:p>
          <a:pPr>
            <a:buNone/>
          </a:pPr>
          <a:r>
            <a:rPr lang="en-IN" sz="1200" b="1" i="0" dirty="0"/>
            <a:t>Load Test / Real Data</a:t>
          </a:r>
          <a:endParaRPr lang="en-IN" sz="1200" b="1" dirty="0"/>
        </a:p>
      </dgm:t>
    </dgm:pt>
    <dgm:pt modelId="{BA2BA17D-8777-480B-A116-588A1E451D6C}" type="parTrans" cxnId="{426937A4-65A0-4B18-8C1D-6AD4639FEE50}">
      <dgm:prSet/>
      <dgm:spPr/>
      <dgm:t>
        <a:bodyPr/>
        <a:lstStyle/>
        <a:p>
          <a:endParaRPr lang="en-IN" sz="1200" b="1"/>
        </a:p>
      </dgm:t>
    </dgm:pt>
    <dgm:pt modelId="{BC4E5F4D-D5CB-4BD5-AF17-A2649BC28A9D}" type="sibTrans" cxnId="{426937A4-65A0-4B18-8C1D-6AD4639FEE50}">
      <dgm:prSet/>
      <dgm:spPr/>
      <dgm:t>
        <a:bodyPr/>
        <a:lstStyle/>
        <a:p>
          <a:endParaRPr lang="en-IN" sz="1200" b="1"/>
        </a:p>
      </dgm:t>
    </dgm:pt>
    <dgm:pt modelId="{210F008B-8914-48A4-9020-F4826D07BBE4}">
      <dgm:prSet phldrT="[Text]" custT="1"/>
      <dgm:spPr/>
      <dgm:t>
        <a:bodyPr/>
        <a:lstStyle/>
        <a:p>
          <a:pPr>
            <a:buNone/>
          </a:pPr>
          <a:r>
            <a:rPr lang="en-IN" sz="1200" b="1" i="0" dirty="0"/>
            <a:t>Process Each Sample</a:t>
          </a:r>
          <a:endParaRPr lang="en-IN" sz="1200" b="1" dirty="0"/>
        </a:p>
      </dgm:t>
    </dgm:pt>
    <dgm:pt modelId="{943436A2-4595-47A8-896A-E35C9BBD8BFE}" type="parTrans" cxnId="{CA06F6A7-6B3E-4AF0-95B2-E2A7BA441FD8}">
      <dgm:prSet/>
      <dgm:spPr/>
      <dgm:t>
        <a:bodyPr/>
        <a:lstStyle/>
        <a:p>
          <a:endParaRPr lang="en-IN" sz="1200" b="1"/>
        </a:p>
      </dgm:t>
    </dgm:pt>
    <dgm:pt modelId="{9523D9B8-4EDE-458D-BA80-6EDFFA9E1C37}" type="sibTrans" cxnId="{CA06F6A7-6B3E-4AF0-95B2-E2A7BA441FD8}">
      <dgm:prSet/>
      <dgm:spPr/>
      <dgm:t>
        <a:bodyPr/>
        <a:lstStyle/>
        <a:p>
          <a:endParaRPr lang="en-IN" sz="1200" b="1"/>
        </a:p>
      </dgm:t>
    </dgm:pt>
    <dgm:pt modelId="{EE208B35-1173-4267-9315-6F3707D1E71A}">
      <dgm:prSet phldrT="[Text]" custT="1"/>
      <dgm:spPr/>
      <dgm:t>
        <a:bodyPr/>
        <a:lstStyle/>
        <a:p>
          <a:r>
            <a:rPr lang="en-IN" sz="1200" b="1"/>
            <a:t>Pre-process Sample</a:t>
          </a:r>
          <a:endParaRPr lang="en-IN" sz="1200" b="1" dirty="0"/>
        </a:p>
      </dgm:t>
    </dgm:pt>
    <dgm:pt modelId="{8884C97E-30EB-4E9C-B73A-B60E23066E56}" type="parTrans" cxnId="{3BCB2452-2A62-4E6A-85FC-9DB5AE51177A}">
      <dgm:prSet/>
      <dgm:spPr/>
      <dgm:t>
        <a:bodyPr/>
        <a:lstStyle/>
        <a:p>
          <a:endParaRPr lang="en-GB"/>
        </a:p>
      </dgm:t>
    </dgm:pt>
    <dgm:pt modelId="{79353B2E-1330-4D03-8338-F0C10C78BC52}" type="sibTrans" cxnId="{3BCB2452-2A62-4E6A-85FC-9DB5AE51177A}">
      <dgm:prSet/>
      <dgm:spPr/>
      <dgm:t>
        <a:bodyPr/>
        <a:lstStyle/>
        <a:p>
          <a:endParaRPr lang="en-GB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08606887-654A-4111-826A-0A0AC3CF9BA3}" type="pres">
      <dgm:prSet presAssocID="{EE208B35-1173-4267-9315-6F3707D1E71A}" presName="Accent6" presStyleCnt="0"/>
      <dgm:spPr/>
    </dgm:pt>
    <dgm:pt modelId="{3EF22410-74B7-45C9-8755-A4DCF6F3EB30}" type="pres">
      <dgm:prSet presAssocID="{EE208B35-1173-4267-9315-6F3707D1E71A}" presName="Accent" presStyleLbl="node1" presStyleIdx="0" presStyleCnt="6"/>
      <dgm:spPr/>
    </dgm:pt>
    <dgm:pt modelId="{47EC10CF-47D8-4933-9C2C-18E0D1ECC1C7}" type="pres">
      <dgm:prSet presAssocID="{EE208B35-1173-4267-9315-6F3707D1E71A}" presName="ParentBackground6" presStyleCnt="0"/>
      <dgm:spPr/>
    </dgm:pt>
    <dgm:pt modelId="{74D1B704-046F-4D7E-8252-55284CDF2BE7}" type="pres">
      <dgm:prSet presAssocID="{EE208B35-1173-4267-9315-6F3707D1E71A}" presName="ParentBackground" presStyleLbl="fgAcc1" presStyleIdx="0" presStyleCnt="6"/>
      <dgm:spPr/>
    </dgm:pt>
    <dgm:pt modelId="{DBA9976C-2938-4280-B006-78CA8810310F}" type="pres">
      <dgm:prSet presAssocID="{EE208B35-1173-4267-9315-6F3707D1E71A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D27A3E7-76E2-45C2-BBC0-21AC821464A4}" type="pres">
      <dgm:prSet presAssocID="{210F008B-8914-48A4-9020-F4826D07BBE4}" presName="Accent5" presStyleCnt="0"/>
      <dgm:spPr/>
    </dgm:pt>
    <dgm:pt modelId="{EAEB6BEE-54A0-47AD-802A-23765428A2DE}" type="pres">
      <dgm:prSet presAssocID="{210F008B-8914-48A4-9020-F4826D07BBE4}" presName="Accent" presStyleLbl="node1" presStyleIdx="1" presStyleCnt="6"/>
      <dgm:spPr/>
    </dgm:pt>
    <dgm:pt modelId="{6DB7DA7B-484B-4839-B3C2-AE7D6FD75345}" type="pres">
      <dgm:prSet presAssocID="{210F008B-8914-48A4-9020-F4826D07BBE4}" presName="ParentBackground5" presStyleCnt="0"/>
      <dgm:spPr/>
    </dgm:pt>
    <dgm:pt modelId="{239B12AE-DBE1-415B-93AF-23344C7C3383}" type="pres">
      <dgm:prSet presAssocID="{210F008B-8914-48A4-9020-F4826D07BBE4}" presName="ParentBackground" presStyleLbl="fgAcc1" presStyleIdx="1" presStyleCnt="6"/>
      <dgm:spPr/>
    </dgm:pt>
    <dgm:pt modelId="{CE60F9BB-4A31-4DD6-A7CA-796CDD6B09C3}" type="pres">
      <dgm:prSet presAssocID="{210F008B-8914-48A4-9020-F4826D07BBE4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0E2CA69-6BFA-42E9-AC50-988A267A2746}" type="pres">
      <dgm:prSet presAssocID="{43CB20DC-6561-4644-9871-8784B6BE3F1B}" presName="Accent4" presStyleCnt="0"/>
      <dgm:spPr/>
    </dgm:pt>
    <dgm:pt modelId="{B1B6E4B2-D1FC-4052-9D44-921E308B1FFD}" type="pres">
      <dgm:prSet presAssocID="{43CB20DC-6561-4644-9871-8784B6BE3F1B}" presName="Accent" presStyleLbl="node1" presStyleIdx="2" presStyleCnt="6"/>
      <dgm:spPr/>
    </dgm:pt>
    <dgm:pt modelId="{F1CC5D38-BA4F-448D-8DB6-B01128651E32}" type="pres">
      <dgm:prSet presAssocID="{43CB20DC-6561-4644-9871-8784B6BE3F1B}" presName="ParentBackground4" presStyleCnt="0"/>
      <dgm:spPr/>
    </dgm:pt>
    <dgm:pt modelId="{7B7FEE85-4BE7-4E2B-A9D7-19A40112C2A3}" type="pres">
      <dgm:prSet presAssocID="{43CB20DC-6561-4644-9871-8784B6BE3F1B}" presName="ParentBackground" presStyleLbl="fgAcc1" presStyleIdx="2" presStyleCnt="6"/>
      <dgm:spPr/>
    </dgm:pt>
    <dgm:pt modelId="{804BD7CF-6DB3-415C-8BCA-67518F78ED5A}" type="pres">
      <dgm:prSet presAssocID="{43CB20DC-6561-4644-9871-8784B6BE3F1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690E4A3-B1B2-468A-89B0-984FF9D86765}" type="pres">
      <dgm:prSet presAssocID="{18E92ECA-154B-467D-A329-A904C1682D4D}" presName="Accent3" presStyleCnt="0"/>
      <dgm:spPr/>
    </dgm:pt>
    <dgm:pt modelId="{7D375723-2D40-4A5F-BF7F-8797CDD63F1A}" type="pres">
      <dgm:prSet presAssocID="{18E92ECA-154B-467D-A329-A904C1682D4D}" presName="Accent" presStyleLbl="node1" presStyleIdx="3" presStyleCnt="6"/>
      <dgm:spPr/>
    </dgm:pt>
    <dgm:pt modelId="{2E62D008-FEB1-434D-B507-D84BBCC7871D}" type="pres">
      <dgm:prSet presAssocID="{18E92ECA-154B-467D-A329-A904C1682D4D}" presName="ParentBackground3" presStyleCnt="0"/>
      <dgm:spPr/>
    </dgm:pt>
    <dgm:pt modelId="{41BED8C7-A9ED-468F-BC87-05D56452150A}" type="pres">
      <dgm:prSet presAssocID="{18E92ECA-154B-467D-A329-A904C1682D4D}" presName="ParentBackground" presStyleLbl="fgAcc1" presStyleIdx="3" presStyleCnt="6"/>
      <dgm:spPr/>
    </dgm:pt>
    <dgm:pt modelId="{310DA7EF-F792-45AB-947D-AFA2A10493C2}" type="pres">
      <dgm:prSet presAssocID="{18E92ECA-154B-467D-A329-A904C1682D4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B995D-1C25-4C62-8542-289E9CEF85C0}" type="pres">
      <dgm:prSet presAssocID="{37D760C9-D293-49DD-BA2A-3B19ED90381B}" presName="Accent2" presStyleCnt="0"/>
      <dgm:spPr/>
    </dgm:pt>
    <dgm:pt modelId="{039F9A77-41E2-4F4D-9980-89885F01F2F4}" type="pres">
      <dgm:prSet presAssocID="{37D760C9-D293-49DD-BA2A-3B19ED90381B}" presName="Accent" presStyleLbl="node1" presStyleIdx="4" presStyleCnt="6"/>
      <dgm:spPr/>
    </dgm:pt>
    <dgm:pt modelId="{62B0428B-2709-4F1C-A289-845F2565BE09}" type="pres">
      <dgm:prSet presAssocID="{37D760C9-D293-49DD-BA2A-3B19ED90381B}" presName="ParentBackground2" presStyleCnt="0"/>
      <dgm:spPr/>
    </dgm:pt>
    <dgm:pt modelId="{1D205CBE-A814-43AE-8786-4769383CFC4C}" type="pres">
      <dgm:prSet presAssocID="{37D760C9-D293-49DD-BA2A-3B19ED90381B}" presName="ParentBackground" presStyleLbl="fgAcc1" presStyleIdx="4" presStyleCnt="6"/>
      <dgm:spPr/>
    </dgm:pt>
    <dgm:pt modelId="{79DD08A3-2680-48DE-BDE6-C78120D7C001}" type="pres">
      <dgm:prSet presAssocID="{37D760C9-D293-49DD-BA2A-3B19ED9038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5" presStyleCnt="6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5" presStyleCnt="6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595DD45D-E193-464E-AB70-598BD149D1EF}" type="presOf" srcId="{210F008B-8914-48A4-9020-F4826D07BBE4}" destId="{239B12AE-DBE1-415B-93AF-23344C7C3383}" srcOrd="0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208EED4A-0379-4861-8646-E7CF6E0DFCD1}" type="presOf" srcId="{18E92ECA-154B-467D-A329-A904C1682D4D}" destId="{310DA7EF-F792-45AB-947D-AFA2A10493C2}" srcOrd="1" destOrd="0" presId="urn:microsoft.com/office/officeart/2011/layout/CircleProcess"/>
    <dgm:cxn modelId="{9390144F-1C96-4581-86F4-DD40053C21BA}" srcId="{9A0A5950-1A45-42C5-BD22-D4D6BBD70287}" destId="{18E92ECA-154B-467D-A329-A904C1682D4D}" srcOrd="2" destOrd="0" parTransId="{D8F43E5E-F77A-4946-8C3F-C933BEBA9192}" sibTransId="{B04D73C7-28A1-4193-969D-2BBEB97CB1DB}"/>
    <dgm:cxn modelId="{3BCB2452-2A62-4E6A-85FC-9DB5AE51177A}" srcId="{9A0A5950-1A45-42C5-BD22-D4D6BBD70287}" destId="{EE208B35-1173-4267-9315-6F3707D1E71A}" srcOrd="5" destOrd="0" parTransId="{8884C97E-30EB-4E9C-B73A-B60E23066E56}" sibTransId="{79353B2E-1330-4D03-8338-F0C10C78BC52}"/>
    <dgm:cxn modelId="{82109E7C-33A7-46C3-9CE6-DFCD757900D6}" type="presOf" srcId="{37D760C9-D293-49DD-BA2A-3B19ED90381B}" destId="{79DD08A3-2680-48DE-BDE6-C78120D7C001}" srcOrd="1" destOrd="0" presId="urn:microsoft.com/office/officeart/2011/layout/CircleProcess"/>
    <dgm:cxn modelId="{972C878D-B834-4CC9-B7D1-B83A8B99AE23}" type="presOf" srcId="{37D760C9-D293-49DD-BA2A-3B19ED90381B}" destId="{1D205CBE-A814-43AE-8786-4769383CFC4C}" srcOrd="0" destOrd="0" presId="urn:microsoft.com/office/officeart/2011/layout/CircleProcess"/>
    <dgm:cxn modelId="{34B5A496-D376-4459-8AD8-D419FEEAE478}" srcId="{9A0A5950-1A45-42C5-BD22-D4D6BBD70287}" destId="{37D760C9-D293-49DD-BA2A-3B19ED90381B}" srcOrd="1" destOrd="0" parTransId="{B3B1642B-690C-4799-8E86-7F6461171BD4}" sibTransId="{385875B8-0790-4E60-9E7A-B8061DC3C914}"/>
    <dgm:cxn modelId="{8D8D029C-000D-4A0E-B522-8E32702F05A5}" type="presOf" srcId="{EE208B35-1173-4267-9315-6F3707D1E71A}" destId="{DBA9976C-2938-4280-B006-78CA8810310F}" srcOrd="1" destOrd="0" presId="urn:microsoft.com/office/officeart/2011/layout/CircleProcess"/>
    <dgm:cxn modelId="{503821A3-CDE9-4EC8-B329-AA0EF352D7BD}" type="presOf" srcId="{EE208B35-1173-4267-9315-6F3707D1E71A}" destId="{74D1B704-046F-4D7E-8252-55284CDF2BE7}" srcOrd="0" destOrd="0" presId="urn:microsoft.com/office/officeart/2011/layout/CircleProcess"/>
    <dgm:cxn modelId="{426937A4-65A0-4B18-8C1D-6AD4639FEE50}" srcId="{9A0A5950-1A45-42C5-BD22-D4D6BBD70287}" destId="{43CB20DC-6561-4644-9871-8784B6BE3F1B}" srcOrd="3" destOrd="0" parTransId="{BA2BA17D-8777-480B-A116-588A1E451D6C}" sibTransId="{BC4E5F4D-D5CB-4BD5-AF17-A2649BC28A9D}"/>
    <dgm:cxn modelId="{CA06F6A7-6B3E-4AF0-95B2-E2A7BA441FD8}" srcId="{9A0A5950-1A45-42C5-BD22-D4D6BBD70287}" destId="{210F008B-8914-48A4-9020-F4826D07BBE4}" srcOrd="4" destOrd="0" parTransId="{943436A2-4595-47A8-896A-E35C9BBD8BFE}" sibTransId="{9523D9B8-4EDE-458D-BA80-6EDFFA9E1C37}"/>
    <dgm:cxn modelId="{BA55B0B8-1182-41E9-AD4E-F26424ADAB0E}" type="presOf" srcId="{43CB20DC-6561-4644-9871-8784B6BE3F1B}" destId="{804BD7CF-6DB3-415C-8BCA-67518F78ED5A}" srcOrd="1" destOrd="0" presId="urn:microsoft.com/office/officeart/2011/layout/CircleProcess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90A3E4E7-2FAF-4A0E-ABBA-0ACAEE1910B4}" type="presOf" srcId="{210F008B-8914-48A4-9020-F4826D07BBE4}" destId="{CE60F9BB-4A31-4DD6-A7CA-796CDD6B09C3}" srcOrd="1" destOrd="0" presId="urn:microsoft.com/office/officeart/2011/layout/CircleProcess"/>
    <dgm:cxn modelId="{4491C8E8-A8C2-4368-B71A-6EEE8D0430A3}" type="presOf" srcId="{43CB20DC-6561-4644-9871-8784B6BE3F1B}" destId="{7B7FEE85-4BE7-4E2B-A9D7-19A40112C2A3}" srcOrd="0" destOrd="0" presId="urn:microsoft.com/office/officeart/2011/layout/CircleProcess"/>
    <dgm:cxn modelId="{379E56E9-B399-4AB1-97DF-279E18B59B7C}" type="presOf" srcId="{18E92ECA-154B-467D-A329-A904C1682D4D}" destId="{41BED8C7-A9ED-468F-BC87-05D56452150A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CE1F0EE8-3E4C-4C4C-B703-8A694AE50447}" type="presParOf" srcId="{A0DEC658-3ADA-4FDC-AEE7-11B2E4896136}" destId="{08606887-654A-4111-826A-0A0AC3CF9BA3}" srcOrd="0" destOrd="0" presId="urn:microsoft.com/office/officeart/2011/layout/CircleProcess"/>
    <dgm:cxn modelId="{CFA6F7BF-D3C4-41D8-838E-ECD8562F4129}" type="presParOf" srcId="{08606887-654A-4111-826A-0A0AC3CF9BA3}" destId="{3EF22410-74B7-45C9-8755-A4DCF6F3EB30}" srcOrd="0" destOrd="0" presId="urn:microsoft.com/office/officeart/2011/layout/CircleProcess"/>
    <dgm:cxn modelId="{3BB092D5-6791-4528-97BE-F1BDEE7B7791}" type="presParOf" srcId="{A0DEC658-3ADA-4FDC-AEE7-11B2E4896136}" destId="{47EC10CF-47D8-4933-9C2C-18E0D1ECC1C7}" srcOrd="1" destOrd="0" presId="urn:microsoft.com/office/officeart/2011/layout/CircleProcess"/>
    <dgm:cxn modelId="{800FFDFD-0DF6-464E-8D0E-BC5A256FC650}" type="presParOf" srcId="{47EC10CF-47D8-4933-9C2C-18E0D1ECC1C7}" destId="{74D1B704-046F-4D7E-8252-55284CDF2BE7}" srcOrd="0" destOrd="0" presId="urn:microsoft.com/office/officeart/2011/layout/CircleProcess"/>
    <dgm:cxn modelId="{DDBB2B4F-8BD1-447E-AD8B-A02CC8E47543}" type="presParOf" srcId="{A0DEC658-3ADA-4FDC-AEE7-11B2E4896136}" destId="{DBA9976C-2938-4280-B006-78CA8810310F}" srcOrd="2" destOrd="0" presId="urn:microsoft.com/office/officeart/2011/layout/CircleProcess"/>
    <dgm:cxn modelId="{C23DBAA8-C72A-4FC0-B18E-119D2721950A}" type="presParOf" srcId="{A0DEC658-3ADA-4FDC-AEE7-11B2E4896136}" destId="{3D27A3E7-76E2-45C2-BBC0-21AC821464A4}" srcOrd="3" destOrd="0" presId="urn:microsoft.com/office/officeart/2011/layout/CircleProcess"/>
    <dgm:cxn modelId="{8B7E96CF-80BC-4669-BF5C-3EE87618DE6F}" type="presParOf" srcId="{3D27A3E7-76E2-45C2-BBC0-21AC821464A4}" destId="{EAEB6BEE-54A0-47AD-802A-23765428A2DE}" srcOrd="0" destOrd="0" presId="urn:microsoft.com/office/officeart/2011/layout/CircleProcess"/>
    <dgm:cxn modelId="{66DC6680-91C3-44AE-9EF0-8391ED5ACB04}" type="presParOf" srcId="{A0DEC658-3ADA-4FDC-AEE7-11B2E4896136}" destId="{6DB7DA7B-484B-4839-B3C2-AE7D6FD75345}" srcOrd="4" destOrd="0" presId="urn:microsoft.com/office/officeart/2011/layout/CircleProcess"/>
    <dgm:cxn modelId="{AA0D897A-FF1E-4BEB-94F5-C47AB80BE489}" type="presParOf" srcId="{6DB7DA7B-484B-4839-B3C2-AE7D6FD75345}" destId="{239B12AE-DBE1-415B-93AF-23344C7C3383}" srcOrd="0" destOrd="0" presId="urn:microsoft.com/office/officeart/2011/layout/CircleProcess"/>
    <dgm:cxn modelId="{AF189D00-4A91-4ECB-BDF1-0062A6D2E01A}" type="presParOf" srcId="{A0DEC658-3ADA-4FDC-AEE7-11B2E4896136}" destId="{CE60F9BB-4A31-4DD6-A7CA-796CDD6B09C3}" srcOrd="5" destOrd="0" presId="urn:microsoft.com/office/officeart/2011/layout/CircleProcess"/>
    <dgm:cxn modelId="{FC424086-0D80-4C33-896B-5B9D253EDA2F}" type="presParOf" srcId="{A0DEC658-3ADA-4FDC-AEE7-11B2E4896136}" destId="{D0E2CA69-6BFA-42E9-AC50-988A267A2746}" srcOrd="6" destOrd="0" presId="urn:microsoft.com/office/officeart/2011/layout/CircleProcess"/>
    <dgm:cxn modelId="{15667A3D-9406-4211-AE99-FBEF7A242389}" type="presParOf" srcId="{D0E2CA69-6BFA-42E9-AC50-988A267A2746}" destId="{B1B6E4B2-D1FC-4052-9D44-921E308B1FFD}" srcOrd="0" destOrd="0" presId="urn:microsoft.com/office/officeart/2011/layout/CircleProcess"/>
    <dgm:cxn modelId="{C77347D7-4D8B-401E-AD05-F4C728A44F5F}" type="presParOf" srcId="{A0DEC658-3ADA-4FDC-AEE7-11B2E4896136}" destId="{F1CC5D38-BA4F-448D-8DB6-B01128651E32}" srcOrd="7" destOrd="0" presId="urn:microsoft.com/office/officeart/2011/layout/CircleProcess"/>
    <dgm:cxn modelId="{3211B13A-3A97-4873-B6CE-DE1955BD9A34}" type="presParOf" srcId="{F1CC5D38-BA4F-448D-8DB6-B01128651E32}" destId="{7B7FEE85-4BE7-4E2B-A9D7-19A40112C2A3}" srcOrd="0" destOrd="0" presId="urn:microsoft.com/office/officeart/2011/layout/CircleProcess"/>
    <dgm:cxn modelId="{F9111A66-3DB4-4A7F-A2EF-99062EA112F9}" type="presParOf" srcId="{A0DEC658-3ADA-4FDC-AEE7-11B2E4896136}" destId="{804BD7CF-6DB3-415C-8BCA-67518F78ED5A}" srcOrd="8" destOrd="0" presId="urn:microsoft.com/office/officeart/2011/layout/CircleProcess"/>
    <dgm:cxn modelId="{68E1F1D5-1029-4A56-8C7D-82F9E97C6D12}" type="presParOf" srcId="{A0DEC658-3ADA-4FDC-AEE7-11B2E4896136}" destId="{5690E4A3-B1B2-468A-89B0-984FF9D86765}" srcOrd="9" destOrd="0" presId="urn:microsoft.com/office/officeart/2011/layout/CircleProcess"/>
    <dgm:cxn modelId="{37C8D663-DF89-4070-821B-F056C19D5426}" type="presParOf" srcId="{5690E4A3-B1B2-468A-89B0-984FF9D86765}" destId="{7D375723-2D40-4A5F-BF7F-8797CDD63F1A}" srcOrd="0" destOrd="0" presId="urn:microsoft.com/office/officeart/2011/layout/CircleProcess"/>
    <dgm:cxn modelId="{FBB0878E-D47A-42F1-897E-43349D0CD99B}" type="presParOf" srcId="{A0DEC658-3ADA-4FDC-AEE7-11B2E4896136}" destId="{2E62D008-FEB1-434D-B507-D84BBCC7871D}" srcOrd="10" destOrd="0" presId="urn:microsoft.com/office/officeart/2011/layout/CircleProcess"/>
    <dgm:cxn modelId="{DE42DE83-9FD6-4E58-8B42-31869408E312}" type="presParOf" srcId="{2E62D008-FEB1-434D-B507-D84BBCC7871D}" destId="{41BED8C7-A9ED-468F-BC87-05D56452150A}" srcOrd="0" destOrd="0" presId="urn:microsoft.com/office/officeart/2011/layout/CircleProcess"/>
    <dgm:cxn modelId="{02723745-189B-434A-A5A1-B323BE664CE6}" type="presParOf" srcId="{A0DEC658-3ADA-4FDC-AEE7-11B2E4896136}" destId="{310DA7EF-F792-45AB-947D-AFA2A10493C2}" srcOrd="11" destOrd="0" presId="urn:microsoft.com/office/officeart/2011/layout/CircleProcess"/>
    <dgm:cxn modelId="{F291683D-9E20-4DE8-A18D-4C0588908640}" type="presParOf" srcId="{A0DEC658-3ADA-4FDC-AEE7-11B2E4896136}" destId="{16EB995D-1C25-4C62-8542-289E9CEF85C0}" srcOrd="12" destOrd="0" presId="urn:microsoft.com/office/officeart/2011/layout/CircleProcess"/>
    <dgm:cxn modelId="{93F209B8-DB4E-466B-9347-7362C33B8926}" type="presParOf" srcId="{16EB995D-1C25-4C62-8542-289E9CEF85C0}" destId="{039F9A77-41E2-4F4D-9980-89885F01F2F4}" srcOrd="0" destOrd="0" presId="urn:microsoft.com/office/officeart/2011/layout/CircleProcess"/>
    <dgm:cxn modelId="{F8C220DE-6A45-4593-B54D-3FBB428DBA2F}" type="presParOf" srcId="{A0DEC658-3ADA-4FDC-AEE7-11B2E4896136}" destId="{62B0428B-2709-4F1C-A289-845F2565BE09}" srcOrd="13" destOrd="0" presId="urn:microsoft.com/office/officeart/2011/layout/CircleProcess"/>
    <dgm:cxn modelId="{DC923CA4-5D64-48AE-8CD7-57E29FE0FCF9}" type="presParOf" srcId="{62B0428B-2709-4F1C-A289-845F2565BE09}" destId="{1D205CBE-A814-43AE-8786-4769383CFC4C}" srcOrd="0" destOrd="0" presId="urn:microsoft.com/office/officeart/2011/layout/CircleProcess"/>
    <dgm:cxn modelId="{5E319834-ABBB-4F12-8E97-12CF8CB0426D}" type="presParOf" srcId="{A0DEC658-3ADA-4FDC-AEE7-11B2E4896136}" destId="{79DD08A3-2680-48DE-BDE6-C78120D7C001}" srcOrd="14" destOrd="0" presId="urn:microsoft.com/office/officeart/2011/layout/CircleProcess"/>
    <dgm:cxn modelId="{3746318F-1441-4BE5-B20C-7BD7380E1556}" type="presParOf" srcId="{A0DEC658-3ADA-4FDC-AEE7-11B2E4896136}" destId="{54EC2857-4E1D-4BA7-ADF9-22039296F5E0}" srcOrd="15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6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17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0A5950-1A45-42C5-BD22-D4D6BBD70287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1C4C98-740E-461F-BF8E-FC04DA3CD719}">
      <dgm:prSet phldrT="[Text]" custT="1"/>
      <dgm:spPr/>
      <dgm:t>
        <a:bodyPr/>
        <a:lstStyle/>
        <a:p>
          <a:r>
            <a:rPr lang="en-IN" sz="1200" b="1" dirty="0"/>
            <a:t>Pre-process Sample</a:t>
          </a:r>
        </a:p>
      </dgm:t>
    </dgm:pt>
    <dgm:pt modelId="{3E4EA4AD-42F7-42B4-852D-5A8E01D1FBD1}" type="parTrans" cxnId="{5BFB07F6-5E70-425C-BD9C-D101B84D8FB8}">
      <dgm:prSet/>
      <dgm:spPr/>
      <dgm:t>
        <a:bodyPr/>
        <a:lstStyle/>
        <a:p>
          <a:endParaRPr lang="en-IN" sz="1200" b="1"/>
        </a:p>
      </dgm:t>
    </dgm:pt>
    <dgm:pt modelId="{83AB3786-AF32-4715-A23A-CB8356EF83E7}" type="sibTrans" cxnId="{5BFB07F6-5E70-425C-BD9C-D101B84D8FB8}">
      <dgm:prSet/>
      <dgm:spPr/>
      <dgm:t>
        <a:bodyPr/>
        <a:lstStyle/>
        <a:p>
          <a:endParaRPr lang="en-IN" sz="1200" b="1"/>
        </a:p>
      </dgm:t>
    </dgm:pt>
    <dgm:pt modelId="{37D760C9-D293-49DD-BA2A-3B19ED90381B}">
      <dgm:prSet phldrT="[Text]" custT="1"/>
      <dgm:spPr/>
      <dgm:t>
        <a:bodyPr/>
        <a:lstStyle/>
        <a:p>
          <a:r>
            <a:rPr lang="en-IN" sz="1200" b="1" dirty="0"/>
            <a:t>Predict Activity</a:t>
          </a:r>
        </a:p>
      </dgm:t>
    </dgm:pt>
    <dgm:pt modelId="{B3B1642B-690C-4799-8E86-7F6461171BD4}" type="parTrans" cxnId="{34B5A496-D376-4459-8AD8-D419FEEAE478}">
      <dgm:prSet/>
      <dgm:spPr/>
      <dgm:t>
        <a:bodyPr/>
        <a:lstStyle/>
        <a:p>
          <a:endParaRPr lang="en-IN" sz="1200" b="1"/>
        </a:p>
      </dgm:t>
    </dgm:pt>
    <dgm:pt modelId="{385875B8-0790-4E60-9E7A-B8061DC3C914}" type="sibTrans" cxnId="{34B5A496-D376-4459-8AD8-D419FEEAE478}">
      <dgm:prSet/>
      <dgm:spPr/>
      <dgm:t>
        <a:bodyPr/>
        <a:lstStyle/>
        <a:p>
          <a:endParaRPr lang="en-IN" sz="1200" b="1"/>
        </a:p>
      </dgm:t>
    </dgm:pt>
    <dgm:pt modelId="{18E92ECA-154B-467D-A329-A904C1682D4D}">
      <dgm:prSet phldrT="[Text]" custT="1"/>
      <dgm:spPr/>
      <dgm:t>
        <a:bodyPr/>
        <a:lstStyle/>
        <a:p>
          <a:r>
            <a:rPr lang="en-IN" sz="1200" b="1" dirty="0"/>
            <a:t>Display Result (True vs Predicted)</a:t>
          </a:r>
        </a:p>
      </dgm:t>
    </dgm:pt>
    <dgm:pt modelId="{D8F43E5E-F77A-4946-8C3F-C933BEBA9192}" type="parTrans" cxnId="{9390144F-1C96-4581-86F4-DD40053C21BA}">
      <dgm:prSet/>
      <dgm:spPr/>
      <dgm:t>
        <a:bodyPr/>
        <a:lstStyle/>
        <a:p>
          <a:endParaRPr lang="en-IN" sz="1200" b="1"/>
        </a:p>
      </dgm:t>
    </dgm:pt>
    <dgm:pt modelId="{B04D73C7-28A1-4193-969D-2BBEB97CB1DB}" type="sibTrans" cxnId="{9390144F-1C96-4581-86F4-DD40053C21BA}">
      <dgm:prSet/>
      <dgm:spPr/>
      <dgm:t>
        <a:bodyPr/>
        <a:lstStyle/>
        <a:p>
          <a:endParaRPr lang="en-IN" sz="1200" b="1"/>
        </a:p>
      </dgm:t>
    </dgm:pt>
    <dgm:pt modelId="{43CB20DC-6561-4644-9871-8784B6BE3F1B}">
      <dgm:prSet phldrT="[Text]" custT="1"/>
      <dgm:spPr/>
      <dgm:t>
        <a:bodyPr/>
        <a:lstStyle/>
        <a:p>
          <a:pPr>
            <a:buNone/>
          </a:pPr>
          <a:r>
            <a:rPr lang="en-IN" sz="1200" b="1" i="0" dirty="0"/>
            <a:t>Check correctness and Delay</a:t>
          </a:r>
          <a:endParaRPr lang="en-IN" sz="1200" b="1" dirty="0"/>
        </a:p>
      </dgm:t>
    </dgm:pt>
    <dgm:pt modelId="{BA2BA17D-8777-480B-A116-588A1E451D6C}" type="parTrans" cxnId="{426937A4-65A0-4B18-8C1D-6AD4639FEE50}">
      <dgm:prSet/>
      <dgm:spPr/>
      <dgm:t>
        <a:bodyPr/>
        <a:lstStyle/>
        <a:p>
          <a:endParaRPr lang="en-IN" sz="1200" b="1"/>
        </a:p>
      </dgm:t>
    </dgm:pt>
    <dgm:pt modelId="{BC4E5F4D-D5CB-4BD5-AF17-A2649BC28A9D}" type="sibTrans" cxnId="{426937A4-65A0-4B18-8C1D-6AD4639FEE50}">
      <dgm:prSet/>
      <dgm:spPr/>
      <dgm:t>
        <a:bodyPr/>
        <a:lstStyle/>
        <a:p>
          <a:endParaRPr lang="en-IN" sz="1200" b="1"/>
        </a:p>
      </dgm:t>
    </dgm:pt>
    <dgm:pt modelId="{210F008B-8914-48A4-9020-F4826D07BBE4}">
      <dgm:prSet phldrT="[Text]" custT="1"/>
      <dgm:spPr/>
      <dgm:t>
        <a:bodyPr/>
        <a:lstStyle/>
        <a:p>
          <a:pPr>
            <a:buNone/>
          </a:pPr>
          <a:r>
            <a:rPr lang="en-IN" sz="1200" b="1" i="0" dirty="0"/>
            <a:t>Compute Final Accuracy</a:t>
          </a:r>
          <a:endParaRPr lang="en-IN" sz="1200" b="1" dirty="0"/>
        </a:p>
      </dgm:t>
    </dgm:pt>
    <dgm:pt modelId="{943436A2-4595-47A8-896A-E35C9BBD8BFE}" type="parTrans" cxnId="{CA06F6A7-6B3E-4AF0-95B2-E2A7BA441FD8}">
      <dgm:prSet/>
      <dgm:spPr/>
      <dgm:t>
        <a:bodyPr/>
        <a:lstStyle/>
        <a:p>
          <a:endParaRPr lang="en-IN" sz="1200" b="1"/>
        </a:p>
      </dgm:t>
    </dgm:pt>
    <dgm:pt modelId="{9523D9B8-4EDE-458D-BA80-6EDFFA9E1C37}" type="sibTrans" cxnId="{CA06F6A7-6B3E-4AF0-95B2-E2A7BA441FD8}">
      <dgm:prSet/>
      <dgm:spPr/>
      <dgm:t>
        <a:bodyPr/>
        <a:lstStyle/>
        <a:p>
          <a:endParaRPr lang="en-IN" sz="1200" b="1"/>
        </a:p>
      </dgm:t>
    </dgm:pt>
    <dgm:pt modelId="{1DD56DB7-D976-45BA-B768-1F6936C12811}">
      <dgm:prSet phldrT="[Text]" custT="1"/>
      <dgm:spPr/>
      <dgm:t>
        <a:bodyPr/>
        <a:lstStyle/>
        <a:p>
          <a:pPr>
            <a:buNone/>
          </a:pPr>
          <a:r>
            <a:rPr lang="en-IN" sz="1200" b="1" dirty="0"/>
            <a:t>End Inference</a:t>
          </a:r>
        </a:p>
      </dgm:t>
    </dgm:pt>
    <dgm:pt modelId="{6A6288A5-23C2-47D3-9255-566554DFF144}" type="parTrans" cxnId="{989ACB68-E0C6-4871-944D-DE8E4B0FBAAA}">
      <dgm:prSet/>
      <dgm:spPr/>
      <dgm:t>
        <a:bodyPr/>
        <a:lstStyle/>
        <a:p>
          <a:endParaRPr lang="en-GB" sz="1200" b="1"/>
        </a:p>
      </dgm:t>
    </dgm:pt>
    <dgm:pt modelId="{8DA2FA59-AF61-49D4-9844-E828808EDDDF}" type="sibTrans" cxnId="{989ACB68-E0C6-4871-944D-DE8E4B0FBAAA}">
      <dgm:prSet/>
      <dgm:spPr/>
      <dgm:t>
        <a:bodyPr/>
        <a:lstStyle/>
        <a:p>
          <a:endParaRPr lang="en-GB" sz="1200" b="1"/>
        </a:p>
      </dgm:t>
    </dgm:pt>
    <dgm:pt modelId="{A0DEC658-3ADA-4FDC-AEE7-11B2E4896136}" type="pres">
      <dgm:prSet presAssocID="{9A0A5950-1A45-42C5-BD22-D4D6BBD70287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04FC5CB-1507-4D66-B93E-0DB8D2973FE2}" type="pres">
      <dgm:prSet presAssocID="{1DD56DB7-D976-45BA-B768-1F6936C12811}" presName="Accent6" presStyleCnt="0"/>
      <dgm:spPr/>
    </dgm:pt>
    <dgm:pt modelId="{27E28101-A942-42AC-A24A-1CCAAF352DEB}" type="pres">
      <dgm:prSet presAssocID="{1DD56DB7-D976-45BA-B768-1F6936C12811}" presName="Accent" presStyleLbl="node1" presStyleIdx="0" presStyleCnt="6"/>
      <dgm:spPr/>
    </dgm:pt>
    <dgm:pt modelId="{6817CBCA-4FDD-428C-8C1A-F12A98C1F08E}" type="pres">
      <dgm:prSet presAssocID="{1DD56DB7-D976-45BA-B768-1F6936C12811}" presName="ParentBackground6" presStyleCnt="0"/>
      <dgm:spPr/>
    </dgm:pt>
    <dgm:pt modelId="{E9B5F018-E679-4FC0-94CE-0FD72C168929}" type="pres">
      <dgm:prSet presAssocID="{1DD56DB7-D976-45BA-B768-1F6936C12811}" presName="ParentBackground" presStyleLbl="fgAcc1" presStyleIdx="0" presStyleCnt="6"/>
      <dgm:spPr/>
    </dgm:pt>
    <dgm:pt modelId="{0A90D063-A8CF-46E4-9837-93EE6CBCBDFC}" type="pres">
      <dgm:prSet presAssocID="{1DD56DB7-D976-45BA-B768-1F6936C12811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D27A3E7-76E2-45C2-BBC0-21AC821464A4}" type="pres">
      <dgm:prSet presAssocID="{210F008B-8914-48A4-9020-F4826D07BBE4}" presName="Accent5" presStyleCnt="0"/>
      <dgm:spPr/>
    </dgm:pt>
    <dgm:pt modelId="{EAEB6BEE-54A0-47AD-802A-23765428A2DE}" type="pres">
      <dgm:prSet presAssocID="{210F008B-8914-48A4-9020-F4826D07BBE4}" presName="Accent" presStyleLbl="node1" presStyleIdx="1" presStyleCnt="6"/>
      <dgm:spPr/>
    </dgm:pt>
    <dgm:pt modelId="{6DB7DA7B-484B-4839-B3C2-AE7D6FD75345}" type="pres">
      <dgm:prSet presAssocID="{210F008B-8914-48A4-9020-F4826D07BBE4}" presName="ParentBackground5" presStyleCnt="0"/>
      <dgm:spPr/>
    </dgm:pt>
    <dgm:pt modelId="{239B12AE-DBE1-415B-93AF-23344C7C3383}" type="pres">
      <dgm:prSet presAssocID="{210F008B-8914-48A4-9020-F4826D07BBE4}" presName="ParentBackground" presStyleLbl="fgAcc1" presStyleIdx="1" presStyleCnt="6"/>
      <dgm:spPr/>
    </dgm:pt>
    <dgm:pt modelId="{CE60F9BB-4A31-4DD6-A7CA-796CDD6B09C3}" type="pres">
      <dgm:prSet presAssocID="{210F008B-8914-48A4-9020-F4826D07BBE4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0E2CA69-6BFA-42E9-AC50-988A267A2746}" type="pres">
      <dgm:prSet presAssocID="{43CB20DC-6561-4644-9871-8784B6BE3F1B}" presName="Accent4" presStyleCnt="0"/>
      <dgm:spPr/>
    </dgm:pt>
    <dgm:pt modelId="{B1B6E4B2-D1FC-4052-9D44-921E308B1FFD}" type="pres">
      <dgm:prSet presAssocID="{43CB20DC-6561-4644-9871-8784B6BE3F1B}" presName="Accent" presStyleLbl="node1" presStyleIdx="2" presStyleCnt="6"/>
      <dgm:spPr/>
    </dgm:pt>
    <dgm:pt modelId="{F1CC5D38-BA4F-448D-8DB6-B01128651E32}" type="pres">
      <dgm:prSet presAssocID="{43CB20DC-6561-4644-9871-8784B6BE3F1B}" presName="ParentBackground4" presStyleCnt="0"/>
      <dgm:spPr/>
    </dgm:pt>
    <dgm:pt modelId="{7B7FEE85-4BE7-4E2B-A9D7-19A40112C2A3}" type="pres">
      <dgm:prSet presAssocID="{43CB20DC-6561-4644-9871-8784B6BE3F1B}" presName="ParentBackground" presStyleLbl="fgAcc1" presStyleIdx="2" presStyleCnt="6"/>
      <dgm:spPr/>
    </dgm:pt>
    <dgm:pt modelId="{804BD7CF-6DB3-415C-8BCA-67518F78ED5A}" type="pres">
      <dgm:prSet presAssocID="{43CB20DC-6561-4644-9871-8784B6BE3F1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690E4A3-B1B2-468A-89B0-984FF9D86765}" type="pres">
      <dgm:prSet presAssocID="{18E92ECA-154B-467D-A329-A904C1682D4D}" presName="Accent3" presStyleCnt="0"/>
      <dgm:spPr/>
    </dgm:pt>
    <dgm:pt modelId="{7D375723-2D40-4A5F-BF7F-8797CDD63F1A}" type="pres">
      <dgm:prSet presAssocID="{18E92ECA-154B-467D-A329-A904C1682D4D}" presName="Accent" presStyleLbl="node1" presStyleIdx="3" presStyleCnt="6"/>
      <dgm:spPr/>
    </dgm:pt>
    <dgm:pt modelId="{2E62D008-FEB1-434D-B507-D84BBCC7871D}" type="pres">
      <dgm:prSet presAssocID="{18E92ECA-154B-467D-A329-A904C1682D4D}" presName="ParentBackground3" presStyleCnt="0"/>
      <dgm:spPr/>
    </dgm:pt>
    <dgm:pt modelId="{41BED8C7-A9ED-468F-BC87-05D56452150A}" type="pres">
      <dgm:prSet presAssocID="{18E92ECA-154B-467D-A329-A904C1682D4D}" presName="ParentBackground" presStyleLbl="fgAcc1" presStyleIdx="3" presStyleCnt="6"/>
      <dgm:spPr/>
    </dgm:pt>
    <dgm:pt modelId="{310DA7EF-F792-45AB-947D-AFA2A10493C2}" type="pres">
      <dgm:prSet presAssocID="{18E92ECA-154B-467D-A329-A904C1682D4D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EB995D-1C25-4C62-8542-289E9CEF85C0}" type="pres">
      <dgm:prSet presAssocID="{37D760C9-D293-49DD-BA2A-3B19ED90381B}" presName="Accent2" presStyleCnt="0"/>
      <dgm:spPr/>
    </dgm:pt>
    <dgm:pt modelId="{039F9A77-41E2-4F4D-9980-89885F01F2F4}" type="pres">
      <dgm:prSet presAssocID="{37D760C9-D293-49DD-BA2A-3B19ED90381B}" presName="Accent" presStyleLbl="node1" presStyleIdx="4" presStyleCnt="6"/>
      <dgm:spPr/>
    </dgm:pt>
    <dgm:pt modelId="{62B0428B-2709-4F1C-A289-845F2565BE09}" type="pres">
      <dgm:prSet presAssocID="{37D760C9-D293-49DD-BA2A-3B19ED90381B}" presName="ParentBackground2" presStyleCnt="0"/>
      <dgm:spPr/>
    </dgm:pt>
    <dgm:pt modelId="{1D205CBE-A814-43AE-8786-4769383CFC4C}" type="pres">
      <dgm:prSet presAssocID="{37D760C9-D293-49DD-BA2A-3B19ED90381B}" presName="ParentBackground" presStyleLbl="fgAcc1" presStyleIdx="4" presStyleCnt="6"/>
      <dgm:spPr/>
    </dgm:pt>
    <dgm:pt modelId="{79DD08A3-2680-48DE-BDE6-C78120D7C001}" type="pres">
      <dgm:prSet presAssocID="{37D760C9-D293-49DD-BA2A-3B19ED9038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4EC2857-4E1D-4BA7-ADF9-22039296F5E0}" type="pres">
      <dgm:prSet presAssocID="{B11C4C98-740E-461F-BF8E-FC04DA3CD719}" presName="Accent1" presStyleCnt="0"/>
      <dgm:spPr/>
    </dgm:pt>
    <dgm:pt modelId="{B06F2707-F88F-418E-8CAF-3A75C765ACFB}" type="pres">
      <dgm:prSet presAssocID="{B11C4C98-740E-461F-BF8E-FC04DA3CD719}" presName="Accent" presStyleLbl="node1" presStyleIdx="5" presStyleCnt="6"/>
      <dgm:spPr/>
    </dgm:pt>
    <dgm:pt modelId="{37C59756-0125-4AA3-8D80-015A015015AA}" type="pres">
      <dgm:prSet presAssocID="{B11C4C98-740E-461F-BF8E-FC04DA3CD719}" presName="ParentBackground1" presStyleCnt="0"/>
      <dgm:spPr/>
    </dgm:pt>
    <dgm:pt modelId="{62AFA1DA-C88A-403C-A064-35204C8CE6BE}" type="pres">
      <dgm:prSet presAssocID="{B11C4C98-740E-461F-BF8E-FC04DA3CD719}" presName="ParentBackground" presStyleLbl="fgAcc1" presStyleIdx="5" presStyleCnt="6"/>
      <dgm:spPr/>
    </dgm:pt>
    <dgm:pt modelId="{65D538AF-8E61-407F-8474-0428E379E19C}" type="pres">
      <dgm:prSet presAssocID="{B11C4C98-740E-461F-BF8E-FC04DA3CD7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9C3DF19-1D62-42D6-BBE2-F953186CDE5A}" type="presOf" srcId="{9A0A5950-1A45-42C5-BD22-D4D6BBD70287}" destId="{A0DEC658-3ADA-4FDC-AEE7-11B2E4896136}" srcOrd="0" destOrd="0" presId="urn:microsoft.com/office/officeart/2011/layout/CircleProcess"/>
    <dgm:cxn modelId="{59B59A2C-A0F2-48B6-96FC-4944E9073140}" type="presOf" srcId="{1DD56DB7-D976-45BA-B768-1F6936C12811}" destId="{E9B5F018-E679-4FC0-94CE-0FD72C168929}" srcOrd="0" destOrd="0" presId="urn:microsoft.com/office/officeart/2011/layout/CircleProcess"/>
    <dgm:cxn modelId="{595DD45D-E193-464E-AB70-598BD149D1EF}" type="presOf" srcId="{210F008B-8914-48A4-9020-F4826D07BBE4}" destId="{239B12AE-DBE1-415B-93AF-23344C7C3383}" srcOrd="0" destOrd="0" presId="urn:microsoft.com/office/officeart/2011/layout/CircleProcess"/>
    <dgm:cxn modelId="{12690146-C685-4ACD-89B9-4241DD412D0B}" type="presOf" srcId="{B11C4C98-740E-461F-BF8E-FC04DA3CD719}" destId="{65D538AF-8E61-407F-8474-0428E379E19C}" srcOrd="1" destOrd="0" presId="urn:microsoft.com/office/officeart/2011/layout/CircleProcess"/>
    <dgm:cxn modelId="{989ACB68-E0C6-4871-944D-DE8E4B0FBAAA}" srcId="{9A0A5950-1A45-42C5-BD22-D4D6BBD70287}" destId="{1DD56DB7-D976-45BA-B768-1F6936C12811}" srcOrd="5" destOrd="0" parTransId="{6A6288A5-23C2-47D3-9255-566554DFF144}" sibTransId="{8DA2FA59-AF61-49D4-9844-E828808EDDDF}"/>
    <dgm:cxn modelId="{208EED4A-0379-4861-8646-E7CF6E0DFCD1}" type="presOf" srcId="{18E92ECA-154B-467D-A329-A904C1682D4D}" destId="{310DA7EF-F792-45AB-947D-AFA2A10493C2}" srcOrd="1" destOrd="0" presId="urn:microsoft.com/office/officeart/2011/layout/CircleProcess"/>
    <dgm:cxn modelId="{9390144F-1C96-4581-86F4-DD40053C21BA}" srcId="{9A0A5950-1A45-42C5-BD22-D4D6BBD70287}" destId="{18E92ECA-154B-467D-A329-A904C1682D4D}" srcOrd="2" destOrd="0" parTransId="{D8F43E5E-F77A-4946-8C3F-C933BEBA9192}" sibTransId="{B04D73C7-28A1-4193-969D-2BBEB97CB1DB}"/>
    <dgm:cxn modelId="{82109E7C-33A7-46C3-9CE6-DFCD757900D6}" type="presOf" srcId="{37D760C9-D293-49DD-BA2A-3B19ED90381B}" destId="{79DD08A3-2680-48DE-BDE6-C78120D7C001}" srcOrd="1" destOrd="0" presId="urn:microsoft.com/office/officeart/2011/layout/CircleProcess"/>
    <dgm:cxn modelId="{B064CC7D-6DA4-4945-A4D4-5F4166246765}" type="presOf" srcId="{1DD56DB7-D976-45BA-B768-1F6936C12811}" destId="{0A90D063-A8CF-46E4-9837-93EE6CBCBDFC}" srcOrd="1" destOrd="0" presId="urn:microsoft.com/office/officeart/2011/layout/CircleProcess"/>
    <dgm:cxn modelId="{972C878D-B834-4CC9-B7D1-B83A8B99AE23}" type="presOf" srcId="{37D760C9-D293-49DD-BA2A-3B19ED90381B}" destId="{1D205CBE-A814-43AE-8786-4769383CFC4C}" srcOrd="0" destOrd="0" presId="urn:microsoft.com/office/officeart/2011/layout/CircleProcess"/>
    <dgm:cxn modelId="{34B5A496-D376-4459-8AD8-D419FEEAE478}" srcId="{9A0A5950-1A45-42C5-BD22-D4D6BBD70287}" destId="{37D760C9-D293-49DD-BA2A-3B19ED90381B}" srcOrd="1" destOrd="0" parTransId="{B3B1642B-690C-4799-8E86-7F6461171BD4}" sibTransId="{385875B8-0790-4E60-9E7A-B8061DC3C914}"/>
    <dgm:cxn modelId="{426937A4-65A0-4B18-8C1D-6AD4639FEE50}" srcId="{9A0A5950-1A45-42C5-BD22-D4D6BBD70287}" destId="{43CB20DC-6561-4644-9871-8784B6BE3F1B}" srcOrd="3" destOrd="0" parTransId="{BA2BA17D-8777-480B-A116-588A1E451D6C}" sibTransId="{BC4E5F4D-D5CB-4BD5-AF17-A2649BC28A9D}"/>
    <dgm:cxn modelId="{CA06F6A7-6B3E-4AF0-95B2-E2A7BA441FD8}" srcId="{9A0A5950-1A45-42C5-BD22-D4D6BBD70287}" destId="{210F008B-8914-48A4-9020-F4826D07BBE4}" srcOrd="4" destOrd="0" parTransId="{943436A2-4595-47A8-896A-E35C9BBD8BFE}" sibTransId="{9523D9B8-4EDE-458D-BA80-6EDFFA9E1C37}"/>
    <dgm:cxn modelId="{BA55B0B8-1182-41E9-AD4E-F26424ADAB0E}" type="presOf" srcId="{43CB20DC-6561-4644-9871-8784B6BE3F1B}" destId="{804BD7CF-6DB3-415C-8BCA-67518F78ED5A}" srcOrd="1" destOrd="0" presId="urn:microsoft.com/office/officeart/2011/layout/CircleProcess"/>
    <dgm:cxn modelId="{5442B1DA-2B9C-464C-BE8E-80ACDE8A2AB5}" type="presOf" srcId="{B11C4C98-740E-461F-BF8E-FC04DA3CD719}" destId="{62AFA1DA-C88A-403C-A064-35204C8CE6BE}" srcOrd="0" destOrd="0" presId="urn:microsoft.com/office/officeart/2011/layout/CircleProcess"/>
    <dgm:cxn modelId="{90A3E4E7-2FAF-4A0E-ABBA-0ACAEE1910B4}" type="presOf" srcId="{210F008B-8914-48A4-9020-F4826D07BBE4}" destId="{CE60F9BB-4A31-4DD6-A7CA-796CDD6B09C3}" srcOrd="1" destOrd="0" presId="urn:microsoft.com/office/officeart/2011/layout/CircleProcess"/>
    <dgm:cxn modelId="{4491C8E8-A8C2-4368-B71A-6EEE8D0430A3}" type="presOf" srcId="{43CB20DC-6561-4644-9871-8784B6BE3F1B}" destId="{7B7FEE85-4BE7-4E2B-A9D7-19A40112C2A3}" srcOrd="0" destOrd="0" presId="urn:microsoft.com/office/officeart/2011/layout/CircleProcess"/>
    <dgm:cxn modelId="{379E56E9-B399-4AB1-97DF-279E18B59B7C}" type="presOf" srcId="{18E92ECA-154B-467D-A329-A904C1682D4D}" destId="{41BED8C7-A9ED-468F-BC87-05D56452150A}" srcOrd="0" destOrd="0" presId="urn:microsoft.com/office/officeart/2011/layout/CircleProcess"/>
    <dgm:cxn modelId="{5BFB07F6-5E70-425C-BD9C-D101B84D8FB8}" srcId="{9A0A5950-1A45-42C5-BD22-D4D6BBD70287}" destId="{B11C4C98-740E-461F-BF8E-FC04DA3CD719}" srcOrd="0" destOrd="0" parTransId="{3E4EA4AD-42F7-42B4-852D-5A8E01D1FBD1}" sibTransId="{83AB3786-AF32-4715-A23A-CB8356EF83E7}"/>
    <dgm:cxn modelId="{4865FAE1-3C6D-4A58-B4F9-1CD4D25B3FC6}" type="presParOf" srcId="{A0DEC658-3ADA-4FDC-AEE7-11B2E4896136}" destId="{504FC5CB-1507-4D66-B93E-0DB8D2973FE2}" srcOrd="0" destOrd="0" presId="urn:microsoft.com/office/officeart/2011/layout/CircleProcess"/>
    <dgm:cxn modelId="{6B523EF4-C63E-4598-9AEA-0C5D7E3E54B7}" type="presParOf" srcId="{504FC5CB-1507-4D66-B93E-0DB8D2973FE2}" destId="{27E28101-A942-42AC-A24A-1CCAAF352DEB}" srcOrd="0" destOrd="0" presId="urn:microsoft.com/office/officeart/2011/layout/CircleProcess"/>
    <dgm:cxn modelId="{BCF934D8-E5C8-46E8-ADE8-23235D7E639A}" type="presParOf" srcId="{A0DEC658-3ADA-4FDC-AEE7-11B2E4896136}" destId="{6817CBCA-4FDD-428C-8C1A-F12A98C1F08E}" srcOrd="1" destOrd="0" presId="urn:microsoft.com/office/officeart/2011/layout/CircleProcess"/>
    <dgm:cxn modelId="{1ADF2108-6990-4B82-95D2-ACD3FB62948C}" type="presParOf" srcId="{6817CBCA-4FDD-428C-8C1A-F12A98C1F08E}" destId="{E9B5F018-E679-4FC0-94CE-0FD72C168929}" srcOrd="0" destOrd="0" presId="urn:microsoft.com/office/officeart/2011/layout/CircleProcess"/>
    <dgm:cxn modelId="{2D7049C7-6595-4BE6-8326-C6211AA58033}" type="presParOf" srcId="{A0DEC658-3ADA-4FDC-AEE7-11B2E4896136}" destId="{0A90D063-A8CF-46E4-9837-93EE6CBCBDFC}" srcOrd="2" destOrd="0" presId="urn:microsoft.com/office/officeart/2011/layout/CircleProcess"/>
    <dgm:cxn modelId="{C23DBAA8-C72A-4FC0-B18E-119D2721950A}" type="presParOf" srcId="{A0DEC658-3ADA-4FDC-AEE7-11B2E4896136}" destId="{3D27A3E7-76E2-45C2-BBC0-21AC821464A4}" srcOrd="3" destOrd="0" presId="urn:microsoft.com/office/officeart/2011/layout/CircleProcess"/>
    <dgm:cxn modelId="{8B7E96CF-80BC-4669-BF5C-3EE87618DE6F}" type="presParOf" srcId="{3D27A3E7-76E2-45C2-BBC0-21AC821464A4}" destId="{EAEB6BEE-54A0-47AD-802A-23765428A2DE}" srcOrd="0" destOrd="0" presId="urn:microsoft.com/office/officeart/2011/layout/CircleProcess"/>
    <dgm:cxn modelId="{66DC6680-91C3-44AE-9EF0-8391ED5ACB04}" type="presParOf" srcId="{A0DEC658-3ADA-4FDC-AEE7-11B2E4896136}" destId="{6DB7DA7B-484B-4839-B3C2-AE7D6FD75345}" srcOrd="4" destOrd="0" presId="urn:microsoft.com/office/officeart/2011/layout/CircleProcess"/>
    <dgm:cxn modelId="{AA0D897A-FF1E-4BEB-94F5-C47AB80BE489}" type="presParOf" srcId="{6DB7DA7B-484B-4839-B3C2-AE7D6FD75345}" destId="{239B12AE-DBE1-415B-93AF-23344C7C3383}" srcOrd="0" destOrd="0" presId="urn:microsoft.com/office/officeart/2011/layout/CircleProcess"/>
    <dgm:cxn modelId="{AF189D00-4A91-4ECB-BDF1-0062A6D2E01A}" type="presParOf" srcId="{A0DEC658-3ADA-4FDC-AEE7-11B2E4896136}" destId="{CE60F9BB-4A31-4DD6-A7CA-796CDD6B09C3}" srcOrd="5" destOrd="0" presId="urn:microsoft.com/office/officeart/2011/layout/CircleProcess"/>
    <dgm:cxn modelId="{FC424086-0D80-4C33-896B-5B9D253EDA2F}" type="presParOf" srcId="{A0DEC658-3ADA-4FDC-AEE7-11B2E4896136}" destId="{D0E2CA69-6BFA-42E9-AC50-988A267A2746}" srcOrd="6" destOrd="0" presId="urn:microsoft.com/office/officeart/2011/layout/CircleProcess"/>
    <dgm:cxn modelId="{15667A3D-9406-4211-AE99-FBEF7A242389}" type="presParOf" srcId="{D0E2CA69-6BFA-42E9-AC50-988A267A2746}" destId="{B1B6E4B2-D1FC-4052-9D44-921E308B1FFD}" srcOrd="0" destOrd="0" presId="urn:microsoft.com/office/officeart/2011/layout/CircleProcess"/>
    <dgm:cxn modelId="{C77347D7-4D8B-401E-AD05-F4C728A44F5F}" type="presParOf" srcId="{A0DEC658-3ADA-4FDC-AEE7-11B2E4896136}" destId="{F1CC5D38-BA4F-448D-8DB6-B01128651E32}" srcOrd="7" destOrd="0" presId="urn:microsoft.com/office/officeart/2011/layout/CircleProcess"/>
    <dgm:cxn modelId="{3211B13A-3A97-4873-B6CE-DE1955BD9A34}" type="presParOf" srcId="{F1CC5D38-BA4F-448D-8DB6-B01128651E32}" destId="{7B7FEE85-4BE7-4E2B-A9D7-19A40112C2A3}" srcOrd="0" destOrd="0" presId="urn:microsoft.com/office/officeart/2011/layout/CircleProcess"/>
    <dgm:cxn modelId="{F9111A66-3DB4-4A7F-A2EF-99062EA112F9}" type="presParOf" srcId="{A0DEC658-3ADA-4FDC-AEE7-11B2E4896136}" destId="{804BD7CF-6DB3-415C-8BCA-67518F78ED5A}" srcOrd="8" destOrd="0" presId="urn:microsoft.com/office/officeart/2011/layout/CircleProcess"/>
    <dgm:cxn modelId="{68E1F1D5-1029-4A56-8C7D-82F9E97C6D12}" type="presParOf" srcId="{A0DEC658-3ADA-4FDC-AEE7-11B2E4896136}" destId="{5690E4A3-B1B2-468A-89B0-984FF9D86765}" srcOrd="9" destOrd="0" presId="urn:microsoft.com/office/officeart/2011/layout/CircleProcess"/>
    <dgm:cxn modelId="{37C8D663-DF89-4070-821B-F056C19D5426}" type="presParOf" srcId="{5690E4A3-B1B2-468A-89B0-984FF9D86765}" destId="{7D375723-2D40-4A5F-BF7F-8797CDD63F1A}" srcOrd="0" destOrd="0" presId="urn:microsoft.com/office/officeart/2011/layout/CircleProcess"/>
    <dgm:cxn modelId="{FBB0878E-D47A-42F1-897E-43349D0CD99B}" type="presParOf" srcId="{A0DEC658-3ADA-4FDC-AEE7-11B2E4896136}" destId="{2E62D008-FEB1-434D-B507-D84BBCC7871D}" srcOrd="10" destOrd="0" presId="urn:microsoft.com/office/officeart/2011/layout/CircleProcess"/>
    <dgm:cxn modelId="{DE42DE83-9FD6-4E58-8B42-31869408E312}" type="presParOf" srcId="{2E62D008-FEB1-434D-B507-D84BBCC7871D}" destId="{41BED8C7-A9ED-468F-BC87-05D56452150A}" srcOrd="0" destOrd="0" presId="urn:microsoft.com/office/officeart/2011/layout/CircleProcess"/>
    <dgm:cxn modelId="{02723745-189B-434A-A5A1-B323BE664CE6}" type="presParOf" srcId="{A0DEC658-3ADA-4FDC-AEE7-11B2E4896136}" destId="{310DA7EF-F792-45AB-947D-AFA2A10493C2}" srcOrd="11" destOrd="0" presId="urn:microsoft.com/office/officeart/2011/layout/CircleProcess"/>
    <dgm:cxn modelId="{F291683D-9E20-4DE8-A18D-4C0588908640}" type="presParOf" srcId="{A0DEC658-3ADA-4FDC-AEE7-11B2E4896136}" destId="{16EB995D-1C25-4C62-8542-289E9CEF85C0}" srcOrd="12" destOrd="0" presId="urn:microsoft.com/office/officeart/2011/layout/CircleProcess"/>
    <dgm:cxn modelId="{93F209B8-DB4E-466B-9347-7362C33B8926}" type="presParOf" srcId="{16EB995D-1C25-4C62-8542-289E9CEF85C0}" destId="{039F9A77-41E2-4F4D-9980-89885F01F2F4}" srcOrd="0" destOrd="0" presId="urn:microsoft.com/office/officeart/2011/layout/CircleProcess"/>
    <dgm:cxn modelId="{F8C220DE-6A45-4593-B54D-3FBB428DBA2F}" type="presParOf" srcId="{A0DEC658-3ADA-4FDC-AEE7-11B2E4896136}" destId="{62B0428B-2709-4F1C-A289-845F2565BE09}" srcOrd="13" destOrd="0" presId="urn:microsoft.com/office/officeart/2011/layout/CircleProcess"/>
    <dgm:cxn modelId="{DC923CA4-5D64-48AE-8CD7-57E29FE0FCF9}" type="presParOf" srcId="{62B0428B-2709-4F1C-A289-845F2565BE09}" destId="{1D205CBE-A814-43AE-8786-4769383CFC4C}" srcOrd="0" destOrd="0" presId="urn:microsoft.com/office/officeart/2011/layout/CircleProcess"/>
    <dgm:cxn modelId="{5E319834-ABBB-4F12-8E97-12CF8CB0426D}" type="presParOf" srcId="{A0DEC658-3ADA-4FDC-AEE7-11B2E4896136}" destId="{79DD08A3-2680-48DE-BDE6-C78120D7C001}" srcOrd="14" destOrd="0" presId="urn:microsoft.com/office/officeart/2011/layout/CircleProcess"/>
    <dgm:cxn modelId="{3746318F-1441-4BE5-B20C-7BD7380E1556}" type="presParOf" srcId="{A0DEC658-3ADA-4FDC-AEE7-11B2E4896136}" destId="{54EC2857-4E1D-4BA7-ADF9-22039296F5E0}" srcOrd="15" destOrd="0" presId="urn:microsoft.com/office/officeart/2011/layout/CircleProcess"/>
    <dgm:cxn modelId="{DB7427DF-8983-4688-BFDD-38A3A1B794CE}" type="presParOf" srcId="{54EC2857-4E1D-4BA7-ADF9-22039296F5E0}" destId="{B06F2707-F88F-418E-8CAF-3A75C765ACFB}" srcOrd="0" destOrd="0" presId="urn:microsoft.com/office/officeart/2011/layout/CircleProcess"/>
    <dgm:cxn modelId="{363092F4-3FB0-4245-851E-8BC8E0D0C6A2}" type="presParOf" srcId="{A0DEC658-3ADA-4FDC-AEE7-11B2E4896136}" destId="{37C59756-0125-4AA3-8D80-015A015015AA}" srcOrd="16" destOrd="0" presId="urn:microsoft.com/office/officeart/2011/layout/CircleProcess"/>
    <dgm:cxn modelId="{B534BF81-38BB-4958-8E88-5B47CB2602F3}" type="presParOf" srcId="{37C59756-0125-4AA3-8D80-015A015015AA}" destId="{62AFA1DA-C88A-403C-A064-35204C8CE6BE}" srcOrd="0" destOrd="0" presId="urn:microsoft.com/office/officeart/2011/layout/CircleProcess"/>
    <dgm:cxn modelId="{D2CBF2A1-B17E-4DD5-AA3E-F18B80C8A738}" type="presParOf" srcId="{A0DEC658-3ADA-4FDC-AEE7-11B2E4896136}" destId="{65D538AF-8E61-407F-8474-0428E379E19C}" srcOrd="17" destOrd="0" presId="urn:microsoft.com/office/officeart/2011/layout/CircleProcess"/>
  </dgm:cxnLst>
  <dgm:bg>
    <a:solidFill>
      <a:schemeClr val="tx2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8D652-53B4-46C9-B6A1-CC577CF9485C}">
      <dsp:nvSpPr>
        <dsp:cNvPr id="0" name=""/>
        <dsp:cNvSpPr/>
      </dsp:nvSpPr>
      <dsp:spPr>
        <a:xfrm>
          <a:off x="7727313" y="1042724"/>
          <a:ext cx="1194255" cy="11938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9344C-622E-46D7-83B2-FCD66A20B88A}">
      <dsp:nvSpPr>
        <dsp:cNvPr id="0" name=""/>
        <dsp:cNvSpPr/>
      </dsp:nvSpPr>
      <dsp:spPr>
        <a:xfrm>
          <a:off x="7767886" y="1082528"/>
          <a:ext cx="1113991" cy="11142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End</a:t>
          </a:r>
          <a:endParaRPr lang="en-IN" sz="1200" b="1" kern="1200" dirty="0"/>
        </a:p>
      </dsp:txBody>
      <dsp:txXfrm>
        <a:off x="7926649" y="1241741"/>
        <a:ext cx="795582" cy="795856"/>
      </dsp:txXfrm>
    </dsp:sp>
    <dsp:sp modelId="{27E28101-A942-42AC-A24A-1CCAAF352DEB}">
      <dsp:nvSpPr>
        <dsp:cNvPr id="0" name=""/>
        <dsp:cNvSpPr/>
      </dsp:nvSpPr>
      <dsp:spPr>
        <a:xfrm rot="2700000">
          <a:off x="6493960" y="1042590"/>
          <a:ext cx="1193948" cy="119394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5F018-E679-4FC0-94CE-0FD72C168929}">
      <dsp:nvSpPr>
        <dsp:cNvPr id="0" name=""/>
        <dsp:cNvSpPr/>
      </dsp:nvSpPr>
      <dsp:spPr>
        <a:xfrm>
          <a:off x="6533939" y="1082528"/>
          <a:ext cx="1113991" cy="11142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Visualization (Plots)</a:t>
          </a:r>
        </a:p>
      </dsp:txBody>
      <dsp:txXfrm>
        <a:off x="6692703" y="1241741"/>
        <a:ext cx="795582" cy="795856"/>
      </dsp:txXfrm>
    </dsp:sp>
    <dsp:sp modelId="{EAEB6BEE-54A0-47AD-802A-23765428A2DE}">
      <dsp:nvSpPr>
        <dsp:cNvPr id="0" name=""/>
        <dsp:cNvSpPr/>
      </dsp:nvSpPr>
      <dsp:spPr>
        <a:xfrm rot="2700000">
          <a:off x="5260896" y="1042590"/>
          <a:ext cx="1193948" cy="119394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B12AE-DBE1-415B-93AF-23344C7C3383}">
      <dsp:nvSpPr>
        <dsp:cNvPr id="0" name=""/>
        <dsp:cNvSpPr/>
      </dsp:nvSpPr>
      <dsp:spPr>
        <a:xfrm>
          <a:off x="5299992" y="1082528"/>
          <a:ext cx="1113991" cy="11142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Evaluation</a:t>
          </a:r>
          <a:endParaRPr lang="en-IN" sz="1200" b="1" kern="1200" dirty="0"/>
        </a:p>
      </dsp:txBody>
      <dsp:txXfrm>
        <a:off x="5459638" y="1241741"/>
        <a:ext cx="795582" cy="795856"/>
      </dsp:txXfrm>
    </dsp:sp>
    <dsp:sp modelId="{B1B6E4B2-D1FC-4052-9D44-921E308B1FFD}">
      <dsp:nvSpPr>
        <dsp:cNvPr id="0" name=""/>
        <dsp:cNvSpPr/>
      </dsp:nvSpPr>
      <dsp:spPr>
        <a:xfrm rot="2700000">
          <a:off x="4026949" y="1042590"/>
          <a:ext cx="1193948" cy="119394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FEE85-4BE7-4E2B-A9D7-19A40112C2A3}">
      <dsp:nvSpPr>
        <dsp:cNvPr id="0" name=""/>
        <dsp:cNvSpPr/>
      </dsp:nvSpPr>
      <dsp:spPr>
        <a:xfrm>
          <a:off x="4066927" y="1082528"/>
          <a:ext cx="1113991" cy="11142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Training with K-Fold Validation</a:t>
          </a:r>
          <a:endParaRPr lang="en-IN" sz="1200" b="1" kern="1200" dirty="0"/>
        </a:p>
      </dsp:txBody>
      <dsp:txXfrm>
        <a:off x="4225691" y="1241741"/>
        <a:ext cx="795582" cy="795856"/>
      </dsp:txXfrm>
    </dsp:sp>
    <dsp:sp modelId="{7D375723-2D40-4A5F-BF7F-8797CDD63F1A}">
      <dsp:nvSpPr>
        <dsp:cNvPr id="0" name=""/>
        <dsp:cNvSpPr/>
      </dsp:nvSpPr>
      <dsp:spPr>
        <a:xfrm rot="2700000">
          <a:off x="2793002" y="1042590"/>
          <a:ext cx="1193948" cy="119394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ED8C7-A9ED-468F-BC87-05D56452150A}">
      <dsp:nvSpPr>
        <dsp:cNvPr id="0" name=""/>
        <dsp:cNvSpPr/>
      </dsp:nvSpPr>
      <dsp:spPr>
        <a:xfrm>
          <a:off x="2832981" y="1082528"/>
          <a:ext cx="1113991" cy="11142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Model Creation</a:t>
          </a:r>
        </a:p>
      </dsp:txBody>
      <dsp:txXfrm>
        <a:off x="2991744" y="1241741"/>
        <a:ext cx="795582" cy="795856"/>
      </dsp:txXfrm>
    </dsp:sp>
    <dsp:sp modelId="{039F9A77-41E2-4F4D-9980-89885F01F2F4}">
      <dsp:nvSpPr>
        <dsp:cNvPr id="0" name=""/>
        <dsp:cNvSpPr/>
      </dsp:nvSpPr>
      <dsp:spPr>
        <a:xfrm rot="2700000">
          <a:off x="1559937" y="1042590"/>
          <a:ext cx="1193948" cy="119394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5CBE-A814-43AE-8786-4769383CFC4C}">
      <dsp:nvSpPr>
        <dsp:cNvPr id="0" name=""/>
        <dsp:cNvSpPr/>
      </dsp:nvSpPr>
      <dsp:spPr>
        <a:xfrm>
          <a:off x="1599034" y="1082528"/>
          <a:ext cx="1113991" cy="11142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Pre-processing</a:t>
          </a:r>
        </a:p>
      </dsp:txBody>
      <dsp:txXfrm>
        <a:off x="1758680" y="1241741"/>
        <a:ext cx="795582" cy="795856"/>
      </dsp:txXfrm>
    </dsp:sp>
    <dsp:sp modelId="{B06F2707-F88F-418E-8CAF-3A75C765ACFB}">
      <dsp:nvSpPr>
        <dsp:cNvPr id="0" name=""/>
        <dsp:cNvSpPr/>
      </dsp:nvSpPr>
      <dsp:spPr>
        <a:xfrm rot="2700000">
          <a:off x="325991" y="1042590"/>
          <a:ext cx="1193948" cy="119394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365969" y="1082528"/>
          <a:ext cx="1113991" cy="111428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Data Loading</a:t>
          </a:r>
        </a:p>
      </dsp:txBody>
      <dsp:txXfrm>
        <a:off x="524733" y="1241741"/>
        <a:ext cx="795582" cy="7958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3D481-160E-4DC0-A409-53DB02DF12E4}">
      <dsp:nvSpPr>
        <dsp:cNvPr id="0" name=""/>
        <dsp:cNvSpPr/>
      </dsp:nvSpPr>
      <dsp:spPr>
        <a:xfrm>
          <a:off x="5565113" y="348461"/>
          <a:ext cx="923190" cy="9232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4CFA8-1E91-4C7A-A280-423E67678970}">
      <dsp:nvSpPr>
        <dsp:cNvPr id="0" name=""/>
        <dsp:cNvSpPr/>
      </dsp:nvSpPr>
      <dsp:spPr>
        <a:xfrm>
          <a:off x="5595992" y="379241"/>
          <a:ext cx="861829" cy="86167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End</a:t>
          </a:r>
        </a:p>
      </dsp:txBody>
      <dsp:txXfrm>
        <a:off x="5719110" y="502362"/>
        <a:ext cx="615592" cy="615438"/>
      </dsp:txXfrm>
    </dsp:sp>
    <dsp:sp modelId="{5D55DFD1-CE81-46C2-A9E9-F075EEA8F875}">
      <dsp:nvSpPr>
        <dsp:cNvPr id="0" name=""/>
        <dsp:cNvSpPr/>
      </dsp:nvSpPr>
      <dsp:spPr>
        <a:xfrm rot="2700000">
          <a:off x="4607077" y="348397"/>
          <a:ext cx="923205" cy="923205"/>
        </a:xfrm>
        <a:prstGeom prst="teardrop">
          <a:avLst>
            <a:gd name="adj" fmla="val 100000"/>
          </a:avLst>
        </a:prstGeom>
        <a:solidFill>
          <a:schemeClr val="accent4">
            <a:hueOff val="6546825"/>
            <a:satOff val="-615"/>
            <a:lumOff val="78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93D49-F283-4863-8CCF-3D507A4D545B}">
      <dsp:nvSpPr>
        <dsp:cNvPr id="0" name=""/>
        <dsp:cNvSpPr/>
      </dsp:nvSpPr>
      <dsp:spPr>
        <a:xfrm>
          <a:off x="4641922" y="363645"/>
          <a:ext cx="861829" cy="86167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6546825"/>
              <a:satOff val="-615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Stratified Train / </a:t>
          </a:r>
          <a:r>
            <a:rPr lang="en-IN" sz="900" kern="1200" dirty="0">
              <a:ln>
                <a:noFill/>
              </a:ln>
            </a:rPr>
            <a:t>Val</a:t>
          </a:r>
          <a:r>
            <a:rPr lang="en-IN" sz="1000" kern="1200" dirty="0">
              <a:ln>
                <a:noFill/>
              </a:ln>
            </a:rPr>
            <a:t> / Test Split</a:t>
          </a:r>
        </a:p>
      </dsp:txBody>
      <dsp:txXfrm>
        <a:off x="4765041" y="486765"/>
        <a:ext cx="615592" cy="615438"/>
      </dsp:txXfrm>
    </dsp:sp>
    <dsp:sp modelId="{039F9A77-41E2-4F4D-9980-89885F01F2F4}">
      <dsp:nvSpPr>
        <dsp:cNvPr id="0" name=""/>
        <dsp:cNvSpPr/>
      </dsp:nvSpPr>
      <dsp:spPr>
        <a:xfrm rot="2700000">
          <a:off x="3656967" y="348397"/>
          <a:ext cx="923205" cy="923205"/>
        </a:xfrm>
        <a:prstGeom prst="teardrop">
          <a:avLst>
            <a:gd name="adj" fmla="val 100000"/>
          </a:avLst>
        </a:prstGeom>
        <a:solidFill>
          <a:schemeClr val="accent4">
            <a:hueOff val="13093651"/>
            <a:satOff val="-1230"/>
            <a:lumOff val="156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5CBE-A814-43AE-8786-4769383CFC4C}">
      <dsp:nvSpPr>
        <dsp:cNvPr id="0" name=""/>
        <dsp:cNvSpPr/>
      </dsp:nvSpPr>
      <dsp:spPr>
        <a:xfrm>
          <a:off x="3687853" y="379241"/>
          <a:ext cx="861829" cy="86167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3093651"/>
              <a:satOff val="-1230"/>
              <a:lumOff val="15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Reshape Data</a:t>
          </a:r>
        </a:p>
      </dsp:txBody>
      <dsp:txXfrm>
        <a:off x="3810971" y="502362"/>
        <a:ext cx="615592" cy="615438"/>
      </dsp:txXfrm>
    </dsp:sp>
    <dsp:sp modelId="{B06F2707-F88F-418E-8CAF-3A75C765ACFB}">
      <dsp:nvSpPr>
        <dsp:cNvPr id="0" name=""/>
        <dsp:cNvSpPr/>
      </dsp:nvSpPr>
      <dsp:spPr>
        <a:xfrm rot="2700000">
          <a:off x="2702897" y="348397"/>
          <a:ext cx="923205" cy="923205"/>
        </a:xfrm>
        <a:prstGeom prst="teardrop">
          <a:avLst>
            <a:gd name="adj" fmla="val 100000"/>
          </a:avLst>
        </a:prstGeom>
        <a:solidFill>
          <a:schemeClr val="accent4">
            <a:hueOff val="19640475"/>
            <a:satOff val="-1845"/>
            <a:lumOff val="23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2733784" y="379241"/>
          <a:ext cx="861829" cy="86167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Label Encoding</a:t>
          </a:r>
        </a:p>
      </dsp:txBody>
      <dsp:txXfrm>
        <a:off x="2856902" y="502362"/>
        <a:ext cx="615592" cy="6154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35F37-37DC-4902-A012-0C080868C832}">
      <dsp:nvSpPr>
        <dsp:cNvPr id="0" name=""/>
        <dsp:cNvSpPr/>
      </dsp:nvSpPr>
      <dsp:spPr>
        <a:xfrm>
          <a:off x="6512682" y="349842"/>
          <a:ext cx="920651" cy="92047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2FA7A-886B-4B4B-BA24-66D479357485}">
      <dsp:nvSpPr>
        <dsp:cNvPr id="0" name=""/>
        <dsp:cNvSpPr/>
      </dsp:nvSpPr>
      <dsp:spPr>
        <a:xfrm>
          <a:off x="6543682" y="459361"/>
          <a:ext cx="859235" cy="8591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End</a:t>
          </a:r>
        </a:p>
      </dsp:txBody>
      <dsp:txXfrm>
        <a:off x="6666514" y="582113"/>
        <a:ext cx="613572" cy="613597"/>
      </dsp:txXfrm>
    </dsp:sp>
    <dsp:sp modelId="{01F75757-90BD-475F-B172-5B6187F4E938}">
      <dsp:nvSpPr>
        <dsp:cNvPr id="0" name=""/>
        <dsp:cNvSpPr/>
      </dsp:nvSpPr>
      <dsp:spPr>
        <a:xfrm rot="2700000">
          <a:off x="5561680" y="349739"/>
          <a:ext cx="920521" cy="920521"/>
        </a:xfrm>
        <a:prstGeom prst="teardrop">
          <a:avLst>
            <a:gd name="adj" fmla="val 100000"/>
          </a:avLst>
        </a:prstGeom>
        <a:solidFill>
          <a:schemeClr val="accent4">
            <a:hueOff val="3928095"/>
            <a:satOff val="-369"/>
            <a:lumOff val="47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CF0BC-98FC-45AB-8753-15A8031A9D5D}">
      <dsp:nvSpPr>
        <dsp:cNvPr id="0" name=""/>
        <dsp:cNvSpPr/>
      </dsp:nvSpPr>
      <dsp:spPr>
        <a:xfrm>
          <a:off x="5592615" y="380530"/>
          <a:ext cx="859235" cy="8591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3928095"/>
              <a:satOff val="-369"/>
              <a:lumOff val="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Dense Classification </a:t>
          </a:r>
        </a:p>
      </dsp:txBody>
      <dsp:txXfrm>
        <a:off x="5715447" y="503282"/>
        <a:ext cx="613572" cy="613597"/>
      </dsp:txXfrm>
    </dsp:sp>
    <dsp:sp modelId="{DD5B516E-4019-4233-90B9-87D0055D4AE5}">
      <dsp:nvSpPr>
        <dsp:cNvPr id="0" name=""/>
        <dsp:cNvSpPr/>
      </dsp:nvSpPr>
      <dsp:spPr>
        <a:xfrm rot="2700000">
          <a:off x="4610613" y="349739"/>
          <a:ext cx="920521" cy="920521"/>
        </a:xfrm>
        <a:prstGeom prst="teardrop">
          <a:avLst>
            <a:gd name="adj" fmla="val 100000"/>
          </a:avLst>
        </a:prstGeom>
        <a:solidFill>
          <a:schemeClr val="accent4">
            <a:hueOff val="7856190"/>
            <a:satOff val="-738"/>
            <a:lumOff val="94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428F7-1359-448E-B0AB-3BCCF3C8AAD0}">
      <dsp:nvSpPr>
        <dsp:cNvPr id="0" name=""/>
        <dsp:cNvSpPr/>
      </dsp:nvSpPr>
      <dsp:spPr>
        <a:xfrm>
          <a:off x="4641548" y="380530"/>
          <a:ext cx="859235" cy="8591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7856190"/>
              <a:satOff val="-738"/>
              <a:lumOff val="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Global Pooling</a:t>
          </a:r>
        </a:p>
      </dsp:txBody>
      <dsp:txXfrm>
        <a:off x="4764380" y="503282"/>
        <a:ext cx="613572" cy="613597"/>
      </dsp:txXfrm>
    </dsp:sp>
    <dsp:sp modelId="{5D55DFD1-CE81-46C2-A9E9-F075EEA8F875}">
      <dsp:nvSpPr>
        <dsp:cNvPr id="0" name=""/>
        <dsp:cNvSpPr/>
      </dsp:nvSpPr>
      <dsp:spPr>
        <a:xfrm rot="2700000">
          <a:off x="3659546" y="349739"/>
          <a:ext cx="920521" cy="920521"/>
        </a:xfrm>
        <a:prstGeom prst="teardrop">
          <a:avLst>
            <a:gd name="adj" fmla="val 100000"/>
          </a:avLst>
        </a:prstGeom>
        <a:solidFill>
          <a:schemeClr val="accent4">
            <a:hueOff val="11784285"/>
            <a:satOff val="-1107"/>
            <a:lumOff val="141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93D49-F283-4863-8CCF-3D507A4D545B}">
      <dsp:nvSpPr>
        <dsp:cNvPr id="0" name=""/>
        <dsp:cNvSpPr/>
      </dsp:nvSpPr>
      <dsp:spPr>
        <a:xfrm>
          <a:off x="3690481" y="364980"/>
          <a:ext cx="859235" cy="8591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1784285"/>
              <a:satOff val="-1107"/>
              <a:lumOff val="14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Attention Mechanism</a:t>
          </a:r>
        </a:p>
      </dsp:txBody>
      <dsp:txXfrm>
        <a:off x="3812728" y="487732"/>
        <a:ext cx="613572" cy="613597"/>
      </dsp:txXfrm>
    </dsp:sp>
    <dsp:sp modelId="{039F9A77-41E2-4F4D-9980-89885F01F2F4}">
      <dsp:nvSpPr>
        <dsp:cNvPr id="0" name=""/>
        <dsp:cNvSpPr/>
      </dsp:nvSpPr>
      <dsp:spPr>
        <a:xfrm rot="2700000">
          <a:off x="2708479" y="349739"/>
          <a:ext cx="920521" cy="920521"/>
        </a:xfrm>
        <a:prstGeom prst="teardrop">
          <a:avLst>
            <a:gd name="adj" fmla="val 100000"/>
          </a:avLst>
        </a:prstGeom>
        <a:solidFill>
          <a:schemeClr val="accent4">
            <a:hueOff val="15712381"/>
            <a:satOff val="-1476"/>
            <a:lumOff val="188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5CBE-A814-43AE-8786-4769383CFC4C}">
      <dsp:nvSpPr>
        <dsp:cNvPr id="0" name=""/>
        <dsp:cNvSpPr/>
      </dsp:nvSpPr>
      <dsp:spPr>
        <a:xfrm>
          <a:off x="2739414" y="380530"/>
          <a:ext cx="859235" cy="8591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5712381"/>
              <a:satOff val="-1476"/>
              <a:lumOff val="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Bidirectional LSTM</a:t>
          </a:r>
        </a:p>
      </dsp:txBody>
      <dsp:txXfrm>
        <a:off x="2861661" y="503282"/>
        <a:ext cx="613572" cy="613597"/>
      </dsp:txXfrm>
    </dsp:sp>
    <dsp:sp modelId="{B06F2707-F88F-418E-8CAF-3A75C765ACFB}">
      <dsp:nvSpPr>
        <dsp:cNvPr id="0" name=""/>
        <dsp:cNvSpPr/>
      </dsp:nvSpPr>
      <dsp:spPr>
        <a:xfrm rot="2700000">
          <a:off x="1757412" y="349739"/>
          <a:ext cx="920521" cy="920521"/>
        </a:xfrm>
        <a:prstGeom prst="teardrop">
          <a:avLst>
            <a:gd name="adj" fmla="val 100000"/>
          </a:avLst>
        </a:prstGeom>
        <a:solidFill>
          <a:schemeClr val="accent4">
            <a:hueOff val="19640475"/>
            <a:satOff val="-1845"/>
            <a:lumOff val="23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1787762" y="380530"/>
          <a:ext cx="859235" cy="85910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ResNet-1D Block</a:t>
          </a:r>
        </a:p>
      </dsp:txBody>
      <dsp:txXfrm>
        <a:off x="1910594" y="503282"/>
        <a:ext cx="613572" cy="6135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3D481-160E-4DC0-A409-53DB02DF12E4}">
      <dsp:nvSpPr>
        <dsp:cNvPr id="0" name=""/>
        <dsp:cNvSpPr/>
      </dsp:nvSpPr>
      <dsp:spPr>
        <a:xfrm>
          <a:off x="5084187" y="350895"/>
          <a:ext cx="918200" cy="91837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4CFA8-1E91-4C7A-A280-423E67678970}">
      <dsp:nvSpPr>
        <dsp:cNvPr id="0" name=""/>
        <dsp:cNvSpPr/>
      </dsp:nvSpPr>
      <dsp:spPr>
        <a:xfrm>
          <a:off x="5114674" y="381512"/>
          <a:ext cx="857226" cy="85713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End</a:t>
          </a:r>
        </a:p>
      </dsp:txBody>
      <dsp:txXfrm>
        <a:off x="5237220" y="503983"/>
        <a:ext cx="612133" cy="612193"/>
      </dsp:txXfrm>
    </dsp:sp>
    <dsp:sp modelId="{2D025B50-99A8-4DE4-8A3A-1EA6A03B13BA}">
      <dsp:nvSpPr>
        <dsp:cNvPr id="0" name=""/>
        <dsp:cNvSpPr/>
      </dsp:nvSpPr>
      <dsp:spPr>
        <a:xfrm rot="2700000">
          <a:off x="4136306" y="352005"/>
          <a:ext cx="915989" cy="915989"/>
        </a:xfrm>
        <a:prstGeom prst="teardrop">
          <a:avLst>
            <a:gd name="adj" fmla="val 100000"/>
          </a:avLst>
        </a:prstGeom>
        <a:solidFill>
          <a:schemeClr val="accent4">
            <a:hueOff val="9820237"/>
            <a:satOff val="-922"/>
            <a:lumOff val="117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C133C-F9C4-4CC9-92ED-D4DF4A9FAE80}">
      <dsp:nvSpPr>
        <dsp:cNvPr id="0" name=""/>
        <dsp:cNvSpPr/>
      </dsp:nvSpPr>
      <dsp:spPr>
        <a:xfrm>
          <a:off x="4165687" y="381512"/>
          <a:ext cx="857226" cy="85713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9820237"/>
              <a:satOff val="-92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Concatenate Subjects</a:t>
          </a:r>
        </a:p>
      </dsp:txBody>
      <dsp:txXfrm>
        <a:off x="4288233" y="503983"/>
        <a:ext cx="612133" cy="612193"/>
      </dsp:txXfrm>
    </dsp:sp>
    <dsp:sp modelId="{B06F2707-F88F-418E-8CAF-3A75C765ACFB}">
      <dsp:nvSpPr>
        <dsp:cNvPr id="0" name=""/>
        <dsp:cNvSpPr/>
      </dsp:nvSpPr>
      <dsp:spPr>
        <a:xfrm rot="2700000">
          <a:off x="3187319" y="352005"/>
          <a:ext cx="915989" cy="915989"/>
        </a:xfrm>
        <a:prstGeom prst="teardrop">
          <a:avLst>
            <a:gd name="adj" fmla="val 100000"/>
          </a:avLst>
        </a:prstGeom>
        <a:solidFill>
          <a:schemeClr val="accent4">
            <a:hueOff val="19640475"/>
            <a:satOff val="-1845"/>
            <a:lumOff val="23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3216700" y="381512"/>
          <a:ext cx="857226" cy="85713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Load NPZ Files</a:t>
          </a:r>
        </a:p>
      </dsp:txBody>
      <dsp:txXfrm>
        <a:off x="3339247" y="503983"/>
        <a:ext cx="612133" cy="6121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A939E-DC84-4D1E-AC18-D9186326CDF5}">
      <dsp:nvSpPr>
        <dsp:cNvPr id="0" name=""/>
        <dsp:cNvSpPr/>
      </dsp:nvSpPr>
      <dsp:spPr>
        <a:xfrm>
          <a:off x="6065419" y="272099"/>
          <a:ext cx="716062" cy="71592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17E9D-DD6F-4339-9EC2-C9262A9DE7D0}">
      <dsp:nvSpPr>
        <dsp:cNvPr id="0" name=""/>
        <dsp:cNvSpPr/>
      </dsp:nvSpPr>
      <dsp:spPr>
        <a:xfrm>
          <a:off x="6089531" y="295968"/>
          <a:ext cx="668294" cy="66818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End</a:t>
          </a:r>
        </a:p>
      </dsp:txBody>
      <dsp:txXfrm>
        <a:off x="6185066" y="391441"/>
        <a:ext cx="477223" cy="477242"/>
      </dsp:txXfrm>
    </dsp:sp>
    <dsp:sp modelId="{3CECD6FD-AAB6-415B-A5FF-7661519EB28B}">
      <dsp:nvSpPr>
        <dsp:cNvPr id="0" name=""/>
        <dsp:cNvSpPr/>
      </dsp:nvSpPr>
      <dsp:spPr>
        <a:xfrm rot="2700000">
          <a:off x="5325751" y="272019"/>
          <a:ext cx="715961" cy="715961"/>
        </a:xfrm>
        <a:prstGeom prst="teardrop">
          <a:avLst>
            <a:gd name="adj" fmla="val 100000"/>
          </a:avLst>
        </a:prstGeom>
        <a:solidFill>
          <a:schemeClr val="accent4">
            <a:hueOff val="3928095"/>
            <a:satOff val="-369"/>
            <a:lumOff val="47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AE856-6000-465C-997D-47DDFABF70B5}">
      <dsp:nvSpPr>
        <dsp:cNvPr id="0" name=""/>
        <dsp:cNvSpPr/>
      </dsp:nvSpPr>
      <dsp:spPr>
        <a:xfrm>
          <a:off x="5349812" y="295968"/>
          <a:ext cx="668294" cy="66818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3928095"/>
              <a:satOff val="-369"/>
              <a:lumOff val="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Save Best Model</a:t>
          </a:r>
        </a:p>
      </dsp:txBody>
      <dsp:txXfrm>
        <a:off x="5445347" y="391441"/>
        <a:ext cx="477223" cy="477242"/>
      </dsp:txXfrm>
    </dsp:sp>
    <dsp:sp modelId="{348CC5EB-CBAD-4168-8F8D-BCE5E52610EB}">
      <dsp:nvSpPr>
        <dsp:cNvPr id="0" name=""/>
        <dsp:cNvSpPr/>
      </dsp:nvSpPr>
      <dsp:spPr>
        <a:xfrm rot="2700000">
          <a:off x="4586032" y="272019"/>
          <a:ext cx="715961" cy="715961"/>
        </a:xfrm>
        <a:prstGeom prst="teardrop">
          <a:avLst>
            <a:gd name="adj" fmla="val 100000"/>
          </a:avLst>
        </a:prstGeom>
        <a:solidFill>
          <a:schemeClr val="accent4">
            <a:hueOff val="7856190"/>
            <a:satOff val="-738"/>
            <a:lumOff val="94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0A7D4-8B18-4746-863E-34EB104EAB20}">
      <dsp:nvSpPr>
        <dsp:cNvPr id="0" name=""/>
        <dsp:cNvSpPr/>
      </dsp:nvSpPr>
      <dsp:spPr>
        <a:xfrm>
          <a:off x="4610093" y="295968"/>
          <a:ext cx="668294" cy="66818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7856190"/>
              <a:satOff val="-738"/>
              <a:lumOff val="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Checkpointing</a:t>
          </a:r>
        </a:p>
      </dsp:txBody>
      <dsp:txXfrm>
        <a:off x="4705629" y="391441"/>
        <a:ext cx="477223" cy="477242"/>
      </dsp:txXfrm>
    </dsp:sp>
    <dsp:sp modelId="{5D55DFD1-CE81-46C2-A9E9-F075EEA8F875}">
      <dsp:nvSpPr>
        <dsp:cNvPr id="0" name=""/>
        <dsp:cNvSpPr/>
      </dsp:nvSpPr>
      <dsp:spPr>
        <a:xfrm rot="2700000">
          <a:off x="3846313" y="272019"/>
          <a:ext cx="715961" cy="715961"/>
        </a:xfrm>
        <a:prstGeom prst="teardrop">
          <a:avLst>
            <a:gd name="adj" fmla="val 100000"/>
          </a:avLst>
        </a:prstGeom>
        <a:solidFill>
          <a:schemeClr val="accent4">
            <a:hueOff val="11784285"/>
            <a:satOff val="-1107"/>
            <a:lumOff val="141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93D49-F283-4863-8CCF-3D507A4D545B}">
      <dsp:nvSpPr>
        <dsp:cNvPr id="0" name=""/>
        <dsp:cNvSpPr/>
      </dsp:nvSpPr>
      <dsp:spPr>
        <a:xfrm>
          <a:off x="3870374" y="283873"/>
          <a:ext cx="668294" cy="66818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1784285"/>
              <a:satOff val="-1107"/>
              <a:lumOff val="14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Cosine LR Scheduling</a:t>
          </a:r>
        </a:p>
      </dsp:txBody>
      <dsp:txXfrm>
        <a:off x="3965455" y="379347"/>
        <a:ext cx="477223" cy="477242"/>
      </dsp:txXfrm>
    </dsp:sp>
    <dsp:sp modelId="{039F9A77-41E2-4F4D-9980-89885F01F2F4}">
      <dsp:nvSpPr>
        <dsp:cNvPr id="0" name=""/>
        <dsp:cNvSpPr/>
      </dsp:nvSpPr>
      <dsp:spPr>
        <a:xfrm rot="2700000">
          <a:off x="3106594" y="272019"/>
          <a:ext cx="715961" cy="715961"/>
        </a:xfrm>
        <a:prstGeom prst="teardrop">
          <a:avLst>
            <a:gd name="adj" fmla="val 100000"/>
          </a:avLst>
        </a:prstGeom>
        <a:solidFill>
          <a:schemeClr val="accent4">
            <a:hueOff val="15712381"/>
            <a:satOff val="-1476"/>
            <a:lumOff val="188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5CBE-A814-43AE-8786-4769383CFC4C}">
      <dsp:nvSpPr>
        <dsp:cNvPr id="0" name=""/>
        <dsp:cNvSpPr/>
      </dsp:nvSpPr>
      <dsp:spPr>
        <a:xfrm>
          <a:off x="3130655" y="295968"/>
          <a:ext cx="668294" cy="66818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5712381"/>
              <a:satOff val="-1476"/>
              <a:lumOff val="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 err="1">
              <a:ln>
                <a:noFill/>
              </a:ln>
            </a:rPr>
            <a:t>Mixup</a:t>
          </a:r>
          <a:r>
            <a:rPr lang="en-IN" sz="1000" kern="1200" dirty="0">
              <a:ln>
                <a:noFill/>
              </a:ln>
            </a:rPr>
            <a:t> Augmentation</a:t>
          </a:r>
        </a:p>
      </dsp:txBody>
      <dsp:txXfrm>
        <a:off x="3225736" y="391441"/>
        <a:ext cx="477223" cy="477242"/>
      </dsp:txXfrm>
    </dsp:sp>
    <dsp:sp modelId="{B06F2707-F88F-418E-8CAF-3A75C765ACFB}">
      <dsp:nvSpPr>
        <dsp:cNvPr id="0" name=""/>
        <dsp:cNvSpPr/>
      </dsp:nvSpPr>
      <dsp:spPr>
        <a:xfrm rot="2700000">
          <a:off x="2366876" y="272019"/>
          <a:ext cx="715961" cy="715961"/>
        </a:xfrm>
        <a:prstGeom prst="teardrop">
          <a:avLst>
            <a:gd name="adj" fmla="val 100000"/>
          </a:avLst>
        </a:prstGeom>
        <a:solidFill>
          <a:schemeClr val="accent4">
            <a:hueOff val="19640475"/>
            <a:satOff val="-1845"/>
            <a:lumOff val="23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2390482" y="295968"/>
          <a:ext cx="668294" cy="66818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K-Fold Cross Validation</a:t>
          </a:r>
        </a:p>
      </dsp:txBody>
      <dsp:txXfrm>
        <a:off x="2486017" y="391441"/>
        <a:ext cx="477223" cy="4772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CC5EB-CBAD-4168-8F8D-BCE5E52610EB}">
      <dsp:nvSpPr>
        <dsp:cNvPr id="0" name=""/>
        <dsp:cNvSpPr/>
      </dsp:nvSpPr>
      <dsp:spPr>
        <a:xfrm>
          <a:off x="5324710" y="272634"/>
          <a:ext cx="714820" cy="71485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0A7D4-8B18-4746-863E-34EB104EAB20}">
      <dsp:nvSpPr>
        <dsp:cNvPr id="0" name=""/>
        <dsp:cNvSpPr/>
      </dsp:nvSpPr>
      <dsp:spPr>
        <a:xfrm>
          <a:off x="5348619" y="296466"/>
          <a:ext cx="667308" cy="66719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End</a:t>
          </a:r>
        </a:p>
      </dsp:txBody>
      <dsp:txXfrm>
        <a:off x="5443949" y="391797"/>
        <a:ext cx="476649" cy="476529"/>
      </dsp:txXfrm>
    </dsp:sp>
    <dsp:sp modelId="{5D55DFD1-CE81-46C2-A9E9-F075EEA8F875}">
      <dsp:nvSpPr>
        <dsp:cNvPr id="0" name=""/>
        <dsp:cNvSpPr/>
      </dsp:nvSpPr>
      <dsp:spPr>
        <a:xfrm rot="2700000">
          <a:off x="4582909" y="272583"/>
          <a:ext cx="714832" cy="714832"/>
        </a:xfrm>
        <a:prstGeom prst="teardrop">
          <a:avLst>
            <a:gd name="adj" fmla="val 100000"/>
          </a:avLst>
        </a:prstGeom>
        <a:solidFill>
          <a:schemeClr val="accent4">
            <a:hueOff val="6546825"/>
            <a:satOff val="-615"/>
            <a:lumOff val="78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93D49-F283-4863-8CCF-3D507A4D545B}">
      <dsp:nvSpPr>
        <dsp:cNvPr id="0" name=""/>
        <dsp:cNvSpPr/>
      </dsp:nvSpPr>
      <dsp:spPr>
        <a:xfrm>
          <a:off x="4609889" y="284390"/>
          <a:ext cx="667308" cy="66719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6546825"/>
              <a:satOff val="-615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Class Distribution</a:t>
          </a:r>
        </a:p>
      </dsp:txBody>
      <dsp:txXfrm>
        <a:off x="4705219" y="379721"/>
        <a:ext cx="476649" cy="476529"/>
      </dsp:txXfrm>
    </dsp:sp>
    <dsp:sp modelId="{32AFBE69-0968-4FE9-9562-1CF0B2FE0AD5}">
      <dsp:nvSpPr>
        <dsp:cNvPr id="0" name=""/>
        <dsp:cNvSpPr/>
      </dsp:nvSpPr>
      <dsp:spPr>
        <a:xfrm rot="2700000">
          <a:off x="3847245" y="272583"/>
          <a:ext cx="714832" cy="714832"/>
        </a:xfrm>
        <a:prstGeom prst="teardrop">
          <a:avLst>
            <a:gd name="adj" fmla="val 100000"/>
          </a:avLst>
        </a:prstGeom>
        <a:solidFill>
          <a:schemeClr val="accent4">
            <a:hueOff val="13093651"/>
            <a:satOff val="-1230"/>
            <a:lumOff val="156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D5C14-55C4-4D38-A34C-39641E0AC0D2}">
      <dsp:nvSpPr>
        <dsp:cNvPr id="0" name=""/>
        <dsp:cNvSpPr/>
      </dsp:nvSpPr>
      <dsp:spPr>
        <a:xfrm>
          <a:off x="3871160" y="296466"/>
          <a:ext cx="667308" cy="66719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3093651"/>
              <a:satOff val="-1230"/>
              <a:lumOff val="15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Confusion Metrics</a:t>
          </a:r>
        </a:p>
      </dsp:txBody>
      <dsp:txXfrm>
        <a:off x="3966490" y="391797"/>
        <a:ext cx="476649" cy="476529"/>
      </dsp:txXfrm>
    </dsp:sp>
    <dsp:sp modelId="{B06F2707-F88F-418E-8CAF-3A75C765ACFB}">
      <dsp:nvSpPr>
        <dsp:cNvPr id="0" name=""/>
        <dsp:cNvSpPr/>
      </dsp:nvSpPr>
      <dsp:spPr>
        <a:xfrm rot="2700000">
          <a:off x="3108515" y="272583"/>
          <a:ext cx="714832" cy="714832"/>
        </a:xfrm>
        <a:prstGeom prst="teardrop">
          <a:avLst>
            <a:gd name="adj" fmla="val 100000"/>
          </a:avLst>
        </a:prstGeom>
        <a:solidFill>
          <a:schemeClr val="accent4">
            <a:hueOff val="19640475"/>
            <a:satOff val="-1845"/>
            <a:lumOff val="23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3132430" y="296466"/>
          <a:ext cx="667308" cy="667191"/>
        </a:xfrm>
        <a:prstGeom prst="ellipse">
          <a:avLst/>
        </a:prstGeom>
        <a:solidFill>
          <a:srgbClr val="FFFFFF"/>
        </a:solidFill>
        <a:ln w="1587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Test Set Metrics</a:t>
          </a:r>
        </a:p>
      </dsp:txBody>
      <dsp:txXfrm>
        <a:off x="3227760" y="391797"/>
        <a:ext cx="476649" cy="4765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CC5EB-CBAD-4168-8F8D-BCE5E52610EB}">
      <dsp:nvSpPr>
        <dsp:cNvPr id="0" name=""/>
        <dsp:cNvSpPr/>
      </dsp:nvSpPr>
      <dsp:spPr>
        <a:xfrm>
          <a:off x="5324710" y="272634"/>
          <a:ext cx="714820" cy="71485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0A7D4-8B18-4746-863E-34EB104EAB20}">
      <dsp:nvSpPr>
        <dsp:cNvPr id="0" name=""/>
        <dsp:cNvSpPr/>
      </dsp:nvSpPr>
      <dsp:spPr>
        <a:xfrm>
          <a:off x="5348619" y="296466"/>
          <a:ext cx="667308" cy="66719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End</a:t>
          </a:r>
        </a:p>
      </dsp:txBody>
      <dsp:txXfrm>
        <a:off x="5443949" y="391797"/>
        <a:ext cx="476649" cy="476529"/>
      </dsp:txXfrm>
    </dsp:sp>
    <dsp:sp modelId="{5D55DFD1-CE81-46C2-A9E9-F075EEA8F875}">
      <dsp:nvSpPr>
        <dsp:cNvPr id="0" name=""/>
        <dsp:cNvSpPr/>
      </dsp:nvSpPr>
      <dsp:spPr>
        <a:xfrm rot="2700000">
          <a:off x="4582909" y="272583"/>
          <a:ext cx="714832" cy="714832"/>
        </a:xfrm>
        <a:prstGeom prst="teardrop">
          <a:avLst>
            <a:gd name="adj" fmla="val 100000"/>
          </a:avLst>
        </a:prstGeom>
        <a:solidFill>
          <a:schemeClr val="accent4">
            <a:hueOff val="6546825"/>
            <a:satOff val="-615"/>
            <a:lumOff val="78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93D49-F283-4863-8CCF-3D507A4D545B}">
      <dsp:nvSpPr>
        <dsp:cNvPr id="0" name=""/>
        <dsp:cNvSpPr/>
      </dsp:nvSpPr>
      <dsp:spPr>
        <a:xfrm>
          <a:off x="4609889" y="284390"/>
          <a:ext cx="667308" cy="66719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6546825"/>
              <a:satOff val="-615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Model Weights</a:t>
          </a:r>
        </a:p>
      </dsp:txBody>
      <dsp:txXfrm>
        <a:off x="4705219" y="379721"/>
        <a:ext cx="476649" cy="476529"/>
      </dsp:txXfrm>
    </dsp:sp>
    <dsp:sp modelId="{039F9A77-41E2-4F4D-9980-89885F01F2F4}">
      <dsp:nvSpPr>
        <dsp:cNvPr id="0" name=""/>
        <dsp:cNvSpPr/>
      </dsp:nvSpPr>
      <dsp:spPr>
        <a:xfrm rot="2700000">
          <a:off x="3847245" y="272583"/>
          <a:ext cx="714832" cy="714832"/>
        </a:xfrm>
        <a:prstGeom prst="teardrop">
          <a:avLst>
            <a:gd name="adj" fmla="val 100000"/>
          </a:avLst>
        </a:prstGeom>
        <a:solidFill>
          <a:schemeClr val="accent4">
            <a:hueOff val="13093651"/>
            <a:satOff val="-1230"/>
            <a:lumOff val="156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5CBE-A814-43AE-8786-4769383CFC4C}">
      <dsp:nvSpPr>
        <dsp:cNvPr id="0" name=""/>
        <dsp:cNvSpPr/>
      </dsp:nvSpPr>
      <dsp:spPr>
        <a:xfrm>
          <a:off x="3871160" y="296466"/>
          <a:ext cx="667308" cy="66719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3093651"/>
              <a:satOff val="-1230"/>
              <a:lumOff val="15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Feature Analysis</a:t>
          </a:r>
        </a:p>
      </dsp:txBody>
      <dsp:txXfrm>
        <a:off x="3966490" y="391797"/>
        <a:ext cx="476649" cy="476529"/>
      </dsp:txXfrm>
    </dsp:sp>
    <dsp:sp modelId="{B06F2707-F88F-418E-8CAF-3A75C765ACFB}">
      <dsp:nvSpPr>
        <dsp:cNvPr id="0" name=""/>
        <dsp:cNvSpPr/>
      </dsp:nvSpPr>
      <dsp:spPr>
        <a:xfrm rot="2700000">
          <a:off x="3108515" y="272583"/>
          <a:ext cx="714832" cy="714832"/>
        </a:xfrm>
        <a:prstGeom prst="teardrop">
          <a:avLst>
            <a:gd name="adj" fmla="val 100000"/>
          </a:avLst>
        </a:prstGeom>
        <a:solidFill>
          <a:schemeClr val="accent4">
            <a:hueOff val="19640475"/>
            <a:satOff val="-1845"/>
            <a:lumOff val="235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3132430" y="296466"/>
          <a:ext cx="667308" cy="66719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19640475"/>
              <a:satOff val="-1845"/>
              <a:lumOff val="2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n>
                <a:noFill/>
              </a:ln>
            </a:rPr>
            <a:t>Accuracy/Loss Curves</a:t>
          </a:r>
        </a:p>
      </dsp:txBody>
      <dsp:txXfrm>
        <a:off x="3227760" y="391797"/>
        <a:ext cx="476649" cy="4765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22410-74B7-45C9-8755-A4DCF6F3EB30}">
      <dsp:nvSpPr>
        <dsp:cNvPr id="0" name=""/>
        <dsp:cNvSpPr/>
      </dsp:nvSpPr>
      <dsp:spPr>
        <a:xfrm>
          <a:off x="7551639" y="562306"/>
          <a:ext cx="1395896" cy="13956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1B704-046F-4D7E-8252-55284CDF2BE7}">
      <dsp:nvSpPr>
        <dsp:cNvPr id="0" name=""/>
        <dsp:cNvSpPr/>
      </dsp:nvSpPr>
      <dsp:spPr>
        <a:xfrm>
          <a:off x="7598642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Pre-process Sample</a:t>
          </a:r>
          <a:endParaRPr lang="en-IN" sz="1200" b="1" kern="1200" dirty="0"/>
        </a:p>
      </dsp:txBody>
      <dsp:txXfrm>
        <a:off x="7784879" y="794952"/>
        <a:ext cx="930302" cy="930339"/>
      </dsp:txXfrm>
    </dsp:sp>
    <dsp:sp modelId="{EAEB6BEE-54A0-47AD-802A-23765428A2DE}">
      <dsp:nvSpPr>
        <dsp:cNvPr id="0" name=""/>
        <dsp:cNvSpPr/>
      </dsp:nvSpPr>
      <dsp:spPr>
        <a:xfrm rot="2700000">
          <a:off x="6109724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B12AE-DBE1-415B-93AF-23344C7C3383}">
      <dsp:nvSpPr>
        <dsp:cNvPr id="0" name=""/>
        <dsp:cNvSpPr/>
      </dsp:nvSpPr>
      <dsp:spPr>
        <a:xfrm>
          <a:off x="6156629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Process Each Sample</a:t>
          </a:r>
          <a:endParaRPr lang="en-IN" sz="1200" b="1" kern="1200" dirty="0"/>
        </a:p>
      </dsp:txBody>
      <dsp:txXfrm>
        <a:off x="6342867" y="794952"/>
        <a:ext cx="930302" cy="930339"/>
      </dsp:txXfrm>
    </dsp:sp>
    <dsp:sp modelId="{B1B6E4B2-D1FC-4052-9D44-921E308B1FFD}">
      <dsp:nvSpPr>
        <dsp:cNvPr id="0" name=""/>
        <dsp:cNvSpPr/>
      </dsp:nvSpPr>
      <dsp:spPr>
        <a:xfrm rot="2700000">
          <a:off x="4667712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FEE85-4BE7-4E2B-A9D7-19A40112C2A3}">
      <dsp:nvSpPr>
        <dsp:cNvPr id="0" name=""/>
        <dsp:cNvSpPr/>
      </dsp:nvSpPr>
      <dsp:spPr>
        <a:xfrm>
          <a:off x="4714616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Load Test / Real Data</a:t>
          </a:r>
          <a:endParaRPr lang="en-IN" sz="1200" b="1" kern="1200" dirty="0"/>
        </a:p>
      </dsp:txBody>
      <dsp:txXfrm>
        <a:off x="4900854" y="794952"/>
        <a:ext cx="930302" cy="930339"/>
      </dsp:txXfrm>
    </dsp:sp>
    <dsp:sp modelId="{7D375723-2D40-4A5F-BF7F-8797CDD63F1A}">
      <dsp:nvSpPr>
        <dsp:cNvPr id="0" name=""/>
        <dsp:cNvSpPr/>
      </dsp:nvSpPr>
      <dsp:spPr>
        <a:xfrm rot="2700000">
          <a:off x="3225699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ED8C7-A9ED-468F-BC87-05D56452150A}">
      <dsp:nvSpPr>
        <dsp:cNvPr id="0" name=""/>
        <dsp:cNvSpPr/>
      </dsp:nvSpPr>
      <dsp:spPr>
        <a:xfrm>
          <a:off x="3272604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Load Best Model</a:t>
          </a:r>
        </a:p>
      </dsp:txBody>
      <dsp:txXfrm>
        <a:off x="3457955" y="794952"/>
        <a:ext cx="930302" cy="930339"/>
      </dsp:txXfrm>
    </dsp:sp>
    <dsp:sp modelId="{039F9A77-41E2-4F4D-9980-89885F01F2F4}">
      <dsp:nvSpPr>
        <dsp:cNvPr id="0" name=""/>
        <dsp:cNvSpPr/>
      </dsp:nvSpPr>
      <dsp:spPr>
        <a:xfrm rot="2700000">
          <a:off x="1783687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5CBE-A814-43AE-8786-4769383CFC4C}">
      <dsp:nvSpPr>
        <dsp:cNvPr id="0" name=""/>
        <dsp:cNvSpPr/>
      </dsp:nvSpPr>
      <dsp:spPr>
        <a:xfrm>
          <a:off x="1830591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Find Best Model </a:t>
          </a:r>
        </a:p>
      </dsp:txBody>
      <dsp:txXfrm>
        <a:off x="2015942" y="794952"/>
        <a:ext cx="930302" cy="930339"/>
      </dsp:txXfrm>
    </dsp:sp>
    <dsp:sp modelId="{B06F2707-F88F-418E-8CAF-3A75C765ACFB}">
      <dsp:nvSpPr>
        <dsp:cNvPr id="0" name=""/>
        <dsp:cNvSpPr/>
      </dsp:nvSpPr>
      <dsp:spPr>
        <a:xfrm rot="2700000">
          <a:off x="341674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387692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Load Config</a:t>
          </a:r>
        </a:p>
      </dsp:txBody>
      <dsp:txXfrm>
        <a:off x="573930" y="794952"/>
        <a:ext cx="930302" cy="9303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E28101-A942-42AC-A24A-1CCAAF352DEB}">
      <dsp:nvSpPr>
        <dsp:cNvPr id="0" name=""/>
        <dsp:cNvSpPr/>
      </dsp:nvSpPr>
      <dsp:spPr>
        <a:xfrm>
          <a:off x="7551639" y="562306"/>
          <a:ext cx="1395896" cy="13956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5F018-E679-4FC0-94CE-0FD72C168929}">
      <dsp:nvSpPr>
        <dsp:cNvPr id="0" name=""/>
        <dsp:cNvSpPr/>
      </dsp:nvSpPr>
      <dsp:spPr>
        <a:xfrm>
          <a:off x="7598642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End Inference</a:t>
          </a:r>
        </a:p>
      </dsp:txBody>
      <dsp:txXfrm>
        <a:off x="7784879" y="794952"/>
        <a:ext cx="930302" cy="930339"/>
      </dsp:txXfrm>
    </dsp:sp>
    <dsp:sp modelId="{EAEB6BEE-54A0-47AD-802A-23765428A2DE}">
      <dsp:nvSpPr>
        <dsp:cNvPr id="0" name=""/>
        <dsp:cNvSpPr/>
      </dsp:nvSpPr>
      <dsp:spPr>
        <a:xfrm rot="2700000">
          <a:off x="6109724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B12AE-DBE1-415B-93AF-23344C7C3383}">
      <dsp:nvSpPr>
        <dsp:cNvPr id="0" name=""/>
        <dsp:cNvSpPr/>
      </dsp:nvSpPr>
      <dsp:spPr>
        <a:xfrm>
          <a:off x="6156629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Compute Final Accuracy</a:t>
          </a:r>
          <a:endParaRPr lang="en-IN" sz="1200" b="1" kern="1200" dirty="0"/>
        </a:p>
      </dsp:txBody>
      <dsp:txXfrm>
        <a:off x="6342867" y="794952"/>
        <a:ext cx="930302" cy="930339"/>
      </dsp:txXfrm>
    </dsp:sp>
    <dsp:sp modelId="{B1B6E4B2-D1FC-4052-9D44-921E308B1FFD}">
      <dsp:nvSpPr>
        <dsp:cNvPr id="0" name=""/>
        <dsp:cNvSpPr/>
      </dsp:nvSpPr>
      <dsp:spPr>
        <a:xfrm rot="2700000">
          <a:off x="4667712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FEE85-4BE7-4E2B-A9D7-19A40112C2A3}">
      <dsp:nvSpPr>
        <dsp:cNvPr id="0" name=""/>
        <dsp:cNvSpPr/>
      </dsp:nvSpPr>
      <dsp:spPr>
        <a:xfrm>
          <a:off x="4714616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/>
            <a:t>Check correctness and Delay</a:t>
          </a:r>
          <a:endParaRPr lang="en-IN" sz="1200" b="1" kern="1200" dirty="0"/>
        </a:p>
      </dsp:txBody>
      <dsp:txXfrm>
        <a:off x="4900854" y="794952"/>
        <a:ext cx="930302" cy="930339"/>
      </dsp:txXfrm>
    </dsp:sp>
    <dsp:sp modelId="{7D375723-2D40-4A5F-BF7F-8797CDD63F1A}">
      <dsp:nvSpPr>
        <dsp:cNvPr id="0" name=""/>
        <dsp:cNvSpPr/>
      </dsp:nvSpPr>
      <dsp:spPr>
        <a:xfrm rot="2700000">
          <a:off x="3225699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ED8C7-A9ED-468F-BC87-05D56452150A}">
      <dsp:nvSpPr>
        <dsp:cNvPr id="0" name=""/>
        <dsp:cNvSpPr/>
      </dsp:nvSpPr>
      <dsp:spPr>
        <a:xfrm>
          <a:off x="3272604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Display Result (True vs Predicted)</a:t>
          </a:r>
        </a:p>
      </dsp:txBody>
      <dsp:txXfrm>
        <a:off x="3457955" y="794952"/>
        <a:ext cx="930302" cy="930339"/>
      </dsp:txXfrm>
    </dsp:sp>
    <dsp:sp modelId="{039F9A77-41E2-4F4D-9980-89885F01F2F4}">
      <dsp:nvSpPr>
        <dsp:cNvPr id="0" name=""/>
        <dsp:cNvSpPr/>
      </dsp:nvSpPr>
      <dsp:spPr>
        <a:xfrm rot="2700000">
          <a:off x="1783687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05CBE-A814-43AE-8786-4769383CFC4C}">
      <dsp:nvSpPr>
        <dsp:cNvPr id="0" name=""/>
        <dsp:cNvSpPr/>
      </dsp:nvSpPr>
      <dsp:spPr>
        <a:xfrm>
          <a:off x="1830591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Predict Activity</a:t>
          </a:r>
        </a:p>
      </dsp:txBody>
      <dsp:txXfrm>
        <a:off x="2015942" y="794952"/>
        <a:ext cx="930302" cy="930339"/>
      </dsp:txXfrm>
    </dsp:sp>
    <dsp:sp modelId="{B06F2707-F88F-418E-8CAF-3A75C765ACFB}">
      <dsp:nvSpPr>
        <dsp:cNvPr id="0" name=""/>
        <dsp:cNvSpPr/>
      </dsp:nvSpPr>
      <dsp:spPr>
        <a:xfrm rot="2700000">
          <a:off x="341674" y="562150"/>
          <a:ext cx="1395699" cy="139569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FA1DA-C88A-403C-A064-35204C8CE6BE}">
      <dsp:nvSpPr>
        <dsp:cNvPr id="0" name=""/>
        <dsp:cNvSpPr/>
      </dsp:nvSpPr>
      <dsp:spPr>
        <a:xfrm>
          <a:off x="387692" y="608836"/>
          <a:ext cx="1302777" cy="13025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Pre-process Sample</a:t>
          </a:r>
        </a:p>
      </dsp:txBody>
      <dsp:txXfrm>
        <a:off x="573930" y="794952"/>
        <a:ext cx="930302" cy="930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1106487" y="812800"/>
            <a:ext cx="5343525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4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5112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24014" y="1"/>
            <a:ext cx="4165258" cy="7559676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7869" y="1007958"/>
            <a:ext cx="7658725" cy="3845167"/>
          </a:xfrm>
        </p:spPr>
        <p:txBody>
          <a:bodyPr anchor="b">
            <a:normAutofit/>
          </a:bodyPr>
          <a:lstStyle>
            <a:lvl1pPr algn="r">
              <a:defRPr sz="5952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3770" y="4853124"/>
            <a:ext cx="6352826" cy="1504143"/>
          </a:xfrm>
        </p:spPr>
        <p:txBody>
          <a:bodyPr anchor="t">
            <a:normAutofit/>
          </a:bodyPr>
          <a:lstStyle>
            <a:lvl1pPr marL="0" indent="0" algn="r">
              <a:buNone/>
              <a:defRPr sz="1984">
                <a:solidFill>
                  <a:schemeClr val="tx1"/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76157" y="6743230"/>
            <a:ext cx="945304" cy="402483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4914" y="6743230"/>
            <a:ext cx="3979155" cy="402483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22966" y="6743230"/>
            <a:ext cx="453628" cy="40248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Freeform 12"/>
          <p:cNvSpPr/>
          <p:nvPr/>
        </p:nvSpPr>
        <p:spPr bwMode="auto">
          <a:xfrm>
            <a:off x="224014" y="4157821"/>
            <a:ext cx="399025" cy="99746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617789" y="4262817"/>
            <a:ext cx="68255" cy="89247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0918916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734" y="503979"/>
            <a:ext cx="8493860" cy="21839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2734" y="2939874"/>
            <a:ext cx="8493860" cy="367381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96613" y="6733130"/>
            <a:ext cx="945304" cy="402483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4707" y="6733130"/>
            <a:ext cx="5858886" cy="402483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4938" y="6733130"/>
            <a:ext cx="471656" cy="40248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19962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524" y="2939872"/>
            <a:ext cx="7386070" cy="2601541"/>
          </a:xfrm>
        </p:spPr>
        <p:txBody>
          <a:bodyPr anchor="b"/>
          <a:lstStyle>
            <a:lvl1pPr algn="r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0528" y="5541414"/>
            <a:ext cx="7386066" cy="948432"/>
          </a:xfrm>
        </p:spPr>
        <p:txBody>
          <a:bodyPr anchor="t">
            <a:normAutofit/>
          </a:bodyPr>
          <a:lstStyle>
            <a:lvl1pPr marL="0" indent="0" algn="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20758" y="6741835"/>
            <a:ext cx="455836" cy="40248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966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734" y="755969"/>
            <a:ext cx="8493860" cy="19319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2733" y="2939874"/>
            <a:ext cx="4122976" cy="3713339"/>
          </a:xfrm>
        </p:spPr>
        <p:txBody>
          <a:bodyPr>
            <a:normAutofit/>
          </a:bodyPr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3618" y="2939873"/>
            <a:ext cx="4122976" cy="3689254"/>
          </a:xfrm>
        </p:spPr>
        <p:txBody>
          <a:bodyPr>
            <a:normAutofit/>
          </a:bodyPr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51730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5661" y="2930540"/>
            <a:ext cx="3810321" cy="635222"/>
          </a:xfrm>
        </p:spPr>
        <p:txBody>
          <a:bodyPr anchor="b">
            <a:noAutofit/>
          </a:bodyPr>
          <a:lstStyle>
            <a:lvl1pPr marL="0" indent="0">
              <a:buNone/>
              <a:defRPr sz="3086" b="0">
                <a:solidFill>
                  <a:schemeClr val="accent1">
                    <a:lumMod val="75000"/>
                  </a:schemeClr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7582" y="3676591"/>
            <a:ext cx="4048398" cy="2937954"/>
          </a:xfrm>
        </p:spPr>
        <p:txBody>
          <a:bodyPr anchor="t">
            <a:normAutofit/>
          </a:bodyPr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90427" y="2939874"/>
            <a:ext cx="3823015" cy="635222"/>
          </a:xfrm>
        </p:spPr>
        <p:txBody>
          <a:bodyPr anchor="b">
            <a:noAutofit/>
          </a:bodyPr>
          <a:lstStyle>
            <a:lvl1pPr marL="0" indent="0">
              <a:buNone/>
              <a:defRPr sz="3086" b="0">
                <a:solidFill>
                  <a:schemeClr val="accent1">
                    <a:lumMod val="75000"/>
                  </a:schemeClr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5042" y="3676591"/>
            <a:ext cx="4048398" cy="2937954"/>
          </a:xfrm>
        </p:spPr>
        <p:txBody>
          <a:bodyPr anchor="t">
            <a:normAutofit/>
          </a:bodyPr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93511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8735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5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583" y="1763924"/>
            <a:ext cx="2935259" cy="1511935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1903" y="755968"/>
            <a:ext cx="5161538" cy="5627759"/>
          </a:xfrm>
        </p:spPr>
        <p:txBody>
          <a:bodyPr anchor="ctr">
            <a:normAutofit/>
          </a:bodyPr>
          <a:lstStyle>
            <a:lvl1pPr>
              <a:defRPr sz="2205"/>
            </a:lvl1pPr>
            <a:lvl2pPr>
              <a:defRPr sz="1984"/>
            </a:lvl2pPr>
            <a:lvl3pPr>
              <a:defRPr sz="1764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7583" y="3275859"/>
            <a:ext cx="2935259" cy="2015913"/>
          </a:xfrm>
        </p:spPr>
        <p:txBody>
          <a:bodyPr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36878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269" y="1931916"/>
            <a:ext cx="4487641" cy="1511935"/>
          </a:xfrm>
        </p:spPr>
        <p:txBody>
          <a:bodyPr anchor="b">
            <a:normAutofit/>
          </a:bodyPr>
          <a:lstStyle>
            <a:lvl1pPr algn="ctr">
              <a:defRPr sz="308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81093" y="1007957"/>
            <a:ext cx="2713491" cy="5039783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6269" y="3443851"/>
            <a:ext cx="4487641" cy="2015913"/>
          </a:xfrm>
        </p:spPr>
        <p:txBody>
          <a:bodyPr>
            <a:normAutofit/>
          </a:bodyPr>
          <a:lstStyle>
            <a:lvl1pPr marL="0" indent="0" algn="ctr">
              <a:buNone/>
              <a:defRPr sz="198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61920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582" y="5217107"/>
            <a:ext cx="8285858" cy="624724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3323" y="1027481"/>
            <a:ext cx="6803171" cy="348880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7582" y="5841831"/>
            <a:ext cx="8285858" cy="544226"/>
          </a:xfrm>
        </p:spPr>
        <p:txBody>
          <a:bodyPr>
            <a:normAutofit/>
          </a:bodyPr>
          <a:lstStyle>
            <a:lvl1pPr marL="0" indent="0" algn="ctr">
              <a:buNone/>
              <a:defRPr sz="154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73111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584" y="755967"/>
            <a:ext cx="8285858" cy="3359856"/>
          </a:xfrm>
        </p:spPr>
        <p:txBody>
          <a:bodyPr anchor="ctr">
            <a:normAutofit/>
          </a:bodyPr>
          <a:lstStyle>
            <a:lvl1pPr algn="ctr">
              <a:defRPr sz="35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583" y="4787794"/>
            <a:ext cx="8285859" cy="159593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04001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68720" y="951323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9280" y="3107865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884" y="755969"/>
            <a:ext cx="7688477" cy="3023869"/>
          </a:xfrm>
        </p:spPr>
        <p:txBody>
          <a:bodyPr anchor="ctr">
            <a:normAutofit/>
          </a:bodyPr>
          <a:lstStyle>
            <a:lvl1pPr algn="ctr">
              <a:defRPr sz="35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61943" y="3779836"/>
            <a:ext cx="7310358" cy="419982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984"/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582" y="4787794"/>
            <a:ext cx="8285858" cy="159593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03321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585" y="3647098"/>
            <a:ext cx="8285856" cy="1619080"/>
          </a:xfrm>
        </p:spPr>
        <p:txBody>
          <a:bodyPr anchor="b">
            <a:normAutofit/>
          </a:bodyPr>
          <a:lstStyle>
            <a:lvl1pPr algn="r">
              <a:defRPr sz="35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583" y="5266178"/>
            <a:ext cx="8285857" cy="948432"/>
          </a:xfrm>
        </p:spPr>
        <p:txBody>
          <a:bodyPr anchor="t">
            <a:normAutofit/>
          </a:bodyPr>
          <a:lstStyle>
            <a:lvl1pPr marL="0" indent="0" algn="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3734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68720" y="951323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9280" y="3107865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884" y="755969"/>
            <a:ext cx="7688477" cy="3023869"/>
          </a:xfrm>
        </p:spPr>
        <p:txBody>
          <a:bodyPr anchor="ctr">
            <a:normAutofit/>
          </a:bodyPr>
          <a:lstStyle>
            <a:lvl1pPr algn="ctr">
              <a:defRPr sz="35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27584" y="4283816"/>
            <a:ext cx="8285857" cy="979958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646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583" y="5263774"/>
            <a:ext cx="8285857" cy="1119952"/>
          </a:xfrm>
        </p:spPr>
        <p:txBody>
          <a:bodyPr anchor="t">
            <a:normAutofit/>
          </a:bodyPr>
          <a:lstStyle>
            <a:lvl1pPr marL="0" indent="0" algn="r">
              <a:buNone/>
              <a:defRPr sz="1984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07706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585" y="755969"/>
            <a:ext cx="8285858" cy="300637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27583" y="3863834"/>
            <a:ext cx="8285859" cy="92396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086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7583" y="4787794"/>
            <a:ext cx="8285859" cy="1595931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1503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81898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49279" y="755968"/>
            <a:ext cx="1464163" cy="56277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7584" y="755968"/>
            <a:ext cx="6632633" cy="562775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9175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926" y="209991"/>
            <a:ext cx="4776921" cy="4366132"/>
          </a:xfrm>
        </p:spPr>
        <p:txBody>
          <a:bodyPr anchor="b"/>
          <a:lstStyle>
            <a:lvl1pPr algn="l">
              <a:spcBef>
                <a:spcPts val="0"/>
              </a:spcBef>
              <a:defRPr sz="4465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926" y="4688274"/>
            <a:ext cx="4778469" cy="129436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150">
                <a:solidFill>
                  <a:schemeClr val="tx1"/>
                </a:solidFill>
              </a:defRPr>
            </a:lvl1pPr>
            <a:lvl2pPr marL="378013" indent="0" algn="ctr">
              <a:buNone/>
              <a:defRPr sz="1654"/>
            </a:lvl2pPr>
            <a:lvl3pPr marL="756026" indent="0" algn="ctr">
              <a:buNone/>
              <a:defRPr sz="1488"/>
            </a:lvl3pPr>
            <a:lvl4pPr marL="1134039" indent="0" algn="ctr">
              <a:buNone/>
              <a:defRPr sz="1323"/>
            </a:lvl4pPr>
            <a:lvl5pPr marL="1512052" indent="0" algn="ctr">
              <a:buNone/>
              <a:defRPr sz="1323"/>
            </a:lvl5pPr>
            <a:lvl6pPr marL="1890065" indent="0" algn="ctr">
              <a:buNone/>
              <a:defRPr sz="1323"/>
            </a:lvl6pPr>
            <a:lvl7pPr marL="2268078" indent="0" algn="ctr">
              <a:buNone/>
              <a:defRPr sz="1323"/>
            </a:lvl7pPr>
            <a:lvl8pPr marL="2646091" indent="0" algn="ctr">
              <a:buNone/>
              <a:defRPr sz="1323"/>
            </a:lvl8pPr>
            <a:lvl9pPr marL="3024104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1926" y="6326756"/>
            <a:ext cx="1437087" cy="3023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158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323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384811" y="0"/>
            <a:ext cx="4695814" cy="7579263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043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05/11/2025</a:t>
            </a:fld>
            <a:endParaRPr lang="en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9207" y="7006699"/>
            <a:ext cx="34022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441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413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346275D-4318-15D0-8F4A-3820A657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2456" y="0"/>
            <a:ext cx="648871" cy="1427939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88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E3E36D-049D-0336-4B5E-9DB64D9DE6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22912" y="391983"/>
            <a:ext cx="648415" cy="7419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646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1327" y="498674"/>
            <a:ext cx="4481678" cy="4296674"/>
          </a:xfrm>
        </p:spPr>
        <p:txBody>
          <a:bodyPr lIns="0" tIns="0" rIns="0" bIns="0" anchor="b" anchorCtr="0">
            <a:noAutofit/>
          </a:bodyPr>
          <a:lstStyle>
            <a:lvl1pPr algn="l">
              <a:defRPr sz="4465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355481-CCC4-3C4D-A9BD-DF34116B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1327" y="4983786"/>
            <a:ext cx="4481678" cy="1728925"/>
          </a:xfrm>
        </p:spPr>
        <p:txBody>
          <a:bodyPr/>
          <a:lstStyle>
            <a:lvl1pPr marL="0" indent="0" algn="l">
              <a:buNone/>
              <a:defRPr sz="2150">
                <a:solidFill>
                  <a:schemeClr val="tx1"/>
                </a:solidFill>
              </a:defRPr>
            </a:lvl1pPr>
            <a:lvl2pPr marL="378013" indent="0" algn="ctr">
              <a:buNone/>
              <a:defRPr sz="1654"/>
            </a:lvl2pPr>
            <a:lvl3pPr marL="756026" indent="0" algn="ctr">
              <a:buNone/>
              <a:defRPr sz="1488"/>
            </a:lvl3pPr>
            <a:lvl4pPr marL="1134039" indent="0" algn="ctr">
              <a:buNone/>
              <a:defRPr sz="1323"/>
            </a:lvl4pPr>
            <a:lvl5pPr marL="1512052" indent="0" algn="ctr">
              <a:buNone/>
              <a:defRPr sz="1323"/>
            </a:lvl5pPr>
            <a:lvl6pPr marL="1890065" indent="0" algn="ctr">
              <a:buNone/>
              <a:defRPr sz="1323"/>
            </a:lvl6pPr>
            <a:lvl7pPr marL="2268078" indent="0" algn="ctr">
              <a:buNone/>
              <a:defRPr sz="1323"/>
            </a:lvl7pPr>
            <a:lvl8pPr marL="2646091" indent="0" algn="ctr">
              <a:buNone/>
              <a:defRPr sz="1323"/>
            </a:lvl8pPr>
            <a:lvl9pPr marL="3024104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4622455" cy="7559675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043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05/11/2025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9207" y="7006699"/>
            <a:ext cx="34022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441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469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0B854-EF27-FB51-FED5-D9C462D7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831"/>
            <a:ext cx="10080625" cy="16799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8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AF96D3-D3E2-FEAC-EE69-279502A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40" y="403183"/>
            <a:ext cx="9004518" cy="170344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A9ADD0-45A7-DB71-D010-70B5B174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640" y="2308221"/>
            <a:ext cx="2381548" cy="4162861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488"/>
              </a:spcAft>
              <a:defRPr sz="1654"/>
            </a:lvl1pPr>
            <a:lvl2pPr>
              <a:defRPr sz="1323"/>
            </a:lvl2pPr>
            <a:lvl3pPr>
              <a:defRPr sz="1158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CD368-DD7D-CC8B-3678-D0BFE82918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3179" y="2308221"/>
            <a:ext cx="5761077" cy="4424930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488"/>
              </a:spcAft>
              <a:defRPr sz="1654"/>
            </a:lvl1pPr>
            <a:lvl2pPr>
              <a:defRPr sz="1488"/>
            </a:lvl2pPr>
            <a:lvl3pPr>
              <a:defRPr sz="1323"/>
            </a:lvl3pPr>
            <a:lvl4pPr>
              <a:defRPr sz="1158"/>
            </a:lvl4pPr>
            <a:lvl5pPr>
              <a:defRPr sz="115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657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312063DD-D3D1-D48D-11EA-EDAC9FBA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83627" y="2850716"/>
            <a:ext cx="386953" cy="51588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1488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4C921615-3B06-6595-B602-0F0849223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83627" y="3911552"/>
            <a:ext cx="386953" cy="51588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1488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E9E2CA2E-652A-8147-2CBE-16BDA0723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83627" y="4965392"/>
            <a:ext cx="386953" cy="51588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1488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DF87C2B-8C15-4832-1A18-30D66F9D5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83627" y="6033224"/>
            <a:ext cx="386953" cy="51588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1488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627" y="530925"/>
            <a:ext cx="5801664" cy="1810590"/>
          </a:xfrm>
        </p:spPr>
        <p:txBody>
          <a:bodyPr/>
          <a:lstStyle>
            <a:lvl1pPr>
              <a:defRPr sz="297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7DD0197-E213-DF84-42CD-9887AC3B20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5788" y="1830237"/>
            <a:ext cx="2715800" cy="4842808"/>
          </a:xfrm>
          <a:custGeom>
            <a:avLst/>
            <a:gdLst>
              <a:gd name="connsiteX0" fmla="*/ 0 w 3284621"/>
              <a:gd name="connsiteY0" fmla="*/ 0 h 4393308"/>
              <a:gd name="connsiteX1" fmla="*/ 3284621 w 3284621"/>
              <a:gd name="connsiteY1" fmla="*/ 0 h 4393308"/>
              <a:gd name="connsiteX2" fmla="*/ 3284621 w 3284621"/>
              <a:gd name="connsiteY2" fmla="*/ 3448155 h 4393308"/>
              <a:gd name="connsiteX3" fmla="*/ 2529949 w 3284621"/>
              <a:gd name="connsiteY3" fmla="*/ 4374107 h 4393308"/>
              <a:gd name="connsiteX4" fmla="*/ 2339477 w 3284621"/>
              <a:gd name="connsiteY4" fmla="*/ 4393308 h 4393308"/>
              <a:gd name="connsiteX5" fmla="*/ 0 w 3284621"/>
              <a:gd name="connsiteY5" fmla="*/ 4393308 h 43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4621" h="4393308">
                <a:moveTo>
                  <a:pt x="0" y="0"/>
                </a:moveTo>
                <a:lnTo>
                  <a:pt x="3284621" y="0"/>
                </a:lnTo>
                <a:lnTo>
                  <a:pt x="3284621" y="3448155"/>
                </a:lnTo>
                <a:cubicBezTo>
                  <a:pt x="3284621" y="3904900"/>
                  <a:pt x="2960639" y="4285975"/>
                  <a:pt x="2529949" y="4374107"/>
                </a:cubicBezTo>
                <a:lnTo>
                  <a:pt x="2339477" y="4393308"/>
                </a:lnTo>
                <a:lnTo>
                  <a:pt x="0" y="4393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0AA0A21-9643-792E-B40A-5DB89874EB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85759" y="2847285"/>
            <a:ext cx="382688" cy="516227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4B5D46-5C52-2DA2-8089-EA4673369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1327" y="2786656"/>
            <a:ext cx="5243964" cy="338099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488" b="1">
                <a:latin typeface="+mj-lt"/>
              </a:defRPr>
            </a:lvl1pPr>
            <a:lvl2pPr algn="l">
              <a:lnSpc>
                <a:spcPct val="100000"/>
              </a:lnSpc>
              <a:defRPr sz="1488" b="1">
                <a:latin typeface="+mj-lt"/>
              </a:defRPr>
            </a:lvl2pPr>
            <a:lvl3pPr algn="l">
              <a:lnSpc>
                <a:spcPct val="100000"/>
              </a:lnSpc>
              <a:defRPr sz="1488" b="1">
                <a:latin typeface="+mj-lt"/>
              </a:defRPr>
            </a:lvl3pPr>
            <a:lvl4pPr algn="l">
              <a:lnSpc>
                <a:spcPct val="100000"/>
              </a:lnSpc>
              <a:defRPr sz="1488" b="1">
                <a:latin typeface="+mj-lt"/>
              </a:defRPr>
            </a:lvl4pPr>
            <a:lvl5pPr algn="l">
              <a:lnSpc>
                <a:spcPct val="100000"/>
              </a:lnSpc>
              <a:defRPr sz="1488" b="1">
                <a:latin typeface="+mj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00000"/>
              </a:lnSpc>
              <a:spcBef>
                <a:spcPts val="8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504FA2-31FE-468B-69A7-13D5BA10A6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41327" y="3138072"/>
            <a:ext cx="5243962" cy="62430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58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6F2BD-7A25-B79B-656B-55AA898FA3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85759" y="3908187"/>
            <a:ext cx="382688" cy="516227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08D75F3-D873-218C-C569-C3DBD13C4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41327" y="3832437"/>
            <a:ext cx="5243964" cy="338099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488" b="1">
                <a:latin typeface="+mj-lt"/>
              </a:defRPr>
            </a:lvl1pPr>
            <a:lvl2pPr algn="l">
              <a:lnSpc>
                <a:spcPct val="100000"/>
              </a:lnSpc>
              <a:defRPr sz="1488" b="1">
                <a:latin typeface="+mj-lt"/>
              </a:defRPr>
            </a:lvl2pPr>
            <a:lvl3pPr algn="l">
              <a:lnSpc>
                <a:spcPct val="100000"/>
              </a:lnSpc>
              <a:defRPr sz="1488" b="1">
                <a:latin typeface="+mj-lt"/>
              </a:defRPr>
            </a:lvl3pPr>
            <a:lvl4pPr algn="l">
              <a:lnSpc>
                <a:spcPct val="100000"/>
              </a:lnSpc>
              <a:defRPr sz="1488" b="1">
                <a:latin typeface="+mj-lt"/>
              </a:defRPr>
            </a:lvl4pPr>
            <a:lvl5pPr algn="l">
              <a:lnSpc>
                <a:spcPct val="100000"/>
              </a:lnSpc>
              <a:defRPr sz="1488" b="1">
                <a:latin typeface="+mj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00000"/>
              </a:lnSpc>
              <a:spcBef>
                <a:spcPts val="8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37C09B9-3E6B-9A4E-4AA0-F5217106E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41327" y="4183854"/>
            <a:ext cx="5243962" cy="62430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58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7D3529-314A-3D85-945A-77F8AFC105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85759" y="4969089"/>
            <a:ext cx="382688" cy="516227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CBE0DD6D-C751-78D6-C3E6-B5A77EC80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41327" y="4878214"/>
            <a:ext cx="5243964" cy="338099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488" b="1">
                <a:latin typeface="+mj-lt"/>
              </a:defRPr>
            </a:lvl1pPr>
            <a:lvl2pPr algn="l">
              <a:lnSpc>
                <a:spcPct val="100000"/>
              </a:lnSpc>
              <a:defRPr sz="1488" b="1">
                <a:latin typeface="+mj-lt"/>
              </a:defRPr>
            </a:lvl2pPr>
            <a:lvl3pPr algn="l">
              <a:lnSpc>
                <a:spcPct val="100000"/>
              </a:lnSpc>
              <a:defRPr sz="1488" b="1">
                <a:latin typeface="+mj-lt"/>
              </a:defRPr>
            </a:lvl3pPr>
            <a:lvl4pPr algn="l">
              <a:lnSpc>
                <a:spcPct val="100000"/>
              </a:lnSpc>
              <a:defRPr sz="1488" b="1">
                <a:latin typeface="+mj-lt"/>
              </a:defRPr>
            </a:lvl4pPr>
            <a:lvl5pPr algn="l">
              <a:lnSpc>
                <a:spcPct val="100000"/>
              </a:lnSpc>
              <a:defRPr sz="1488" b="1">
                <a:latin typeface="+mj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00000"/>
              </a:lnSpc>
              <a:spcBef>
                <a:spcPts val="8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DDB38E9-51B6-8E45-20E9-889F943BBB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41327" y="5229631"/>
            <a:ext cx="5243962" cy="62430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58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79B2345-6BEF-29F4-02D1-5CE78871AB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85759" y="6029992"/>
            <a:ext cx="382688" cy="516227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4751958F-7DE9-CA8B-AD8C-3B50910872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41327" y="5925741"/>
            <a:ext cx="5243964" cy="338099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488" b="1">
                <a:latin typeface="+mj-lt"/>
              </a:defRPr>
            </a:lvl1pPr>
            <a:lvl2pPr algn="l">
              <a:lnSpc>
                <a:spcPct val="100000"/>
              </a:lnSpc>
              <a:defRPr sz="1488" b="1">
                <a:latin typeface="+mj-lt"/>
              </a:defRPr>
            </a:lvl2pPr>
            <a:lvl3pPr algn="l">
              <a:lnSpc>
                <a:spcPct val="100000"/>
              </a:lnSpc>
              <a:defRPr sz="1488" b="1">
                <a:latin typeface="+mj-lt"/>
              </a:defRPr>
            </a:lvl3pPr>
            <a:lvl4pPr algn="l">
              <a:lnSpc>
                <a:spcPct val="100000"/>
              </a:lnSpc>
              <a:defRPr sz="1488" b="1">
                <a:latin typeface="+mj-lt"/>
              </a:defRPr>
            </a:lvl4pPr>
            <a:lvl5pPr algn="l">
              <a:lnSpc>
                <a:spcPct val="100000"/>
              </a:lnSpc>
              <a:defRPr sz="1488" b="1">
                <a:latin typeface="+mj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00000"/>
              </a:lnSpc>
              <a:spcBef>
                <a:spcPts val="8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C535E19-3BFE-726B-0921-3D3C814BB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41327" y="6277157"/>
            <a:ext cx="5243962" cy="62430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58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13182C9-E43B-4F41-1699-C6BD1ACD7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043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05/11/2025</a:t>
            </a:fld>
            <a:endParaRPr lang="en-CN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9C277D2-123D-59B7-B6D8-233FA49BB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9207" y="7006699"/>
            <a:ext cx="34022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AE435D-BDC8-3958-F039-8FE4CF18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441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0484DEC-5F3C-C8B6-FF32-A87C00F2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335881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71BB0B2E-198F-B445-B5B4-A2D4125B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0188" y="0"/>
            <a:ext cx="0" cy="7559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66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F219FF9B-2AB2-FF14-1C42-2676138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48440" y="3181910"/>
            <a:ext cx="386953" cy="51588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1488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0DC9388-2CF6-5752-E430-B0454588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48440" y="4603167"/>
            <a:ext cx="386953" cy="51588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1488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4800356D-3D68-4E92-38D5-018F74A5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48440" y="6024423"/>
            <a:ext cx="386953" cy="515883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sz="1488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627" y="530925"/>
            <a:ext cx="5801664" cy="1810590"/>
          </a:xfrm>
        </p:spPr>
        <p:txBody>
          <a:bodyPr/>
          <a:lstStyle>
            <a:lvl1pPr>
              <a:defRPr sz="297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A2974B-49DF-3651-519D-5AB366F004D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3481564" cy="7559675"/>
          </a:xfrm>
          <a:custGeom>
            <a:avLst/>
            <a:gdLst>
              <a:gd name="connsiteX0" fmla="*/ 0 w 4210774"/>
              <a:gd name="connsiteY0" fmla="*/ 0 h 6858000"/>
              <a:gd name="connsiteX1" fmla="*/ 660400 w 4210774"/>
              <a:gd name="connsiteY1" fmla="*/ 0 h 6858000"/>
              <a:gd name="connsiteX2" fmla="*/ 1028700 w 4210774"/>
              <a:gd name="connsiteY2" fmla="*/ 0 h 6858000"/>
              <a:gd name="connsiteX3" fmla="*/ 3466332 w 4210774"/>
              <a:gd name="connsiteY3" fmla="*/ 0 h 6858000"/>
              <a:gd name="connsiteX4" fmla="*/ 4210774 w 4210774"/>
              <a:gd name="connsiteY4" fmla="*/ 744442 h 6858000"/>
              <a:gd name="connsiteX5" fmla="*/ 4210774 w 4210774"/>
              <a:gd name="connsiteY5" fmla="*/ 6858000 h 6858000"/>
              <a:gd name="connsiteX6" fmla="*/ 1028700 w 4210774"/>
              <a:gd name="connsiteY6" fmla="*/ 6858000 h 6858000"/>
              <a:gd name="connsiteX7" fmla="*/ 660400 w 4210774"/>
              <a:gd name="connsiteY7" fmla="*/ 6858000 h 6858000"/>
              <a:gd name="connsiteX8" fmla="*/ 0 w 421077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774" h="6858000">
                <a:moveTo>
                  <a:pt x="0" y="0"/>
                </a:moveTo>
                <a:lnTo>
                  <a:pt x="660400" y="0"/>
                </a:lnTo>
                <a:lnTo>
                  <a:pt x="1028700" y="0"/>
                </a:lnTo>
                <a:lnTo>
                  <a:pt x="3466332" y="0"/>
                </a:lnTo>
                <a:cubicBezTo>
                  <a:pt x="3877476" y="0"/>
                  <a:pt x="4210774" y="333298"/>
                  <a:pt x="4210774" y="744442"/>
                </a:cubicBezTo>
                <a:lnTo>
                  <a:pt x="4210774" y="6858000"/>
                </a:lnTo>
                <a:lnTo>
                  <a:pt x="1028700" y="6858000"/>
                </a:lnTo>
                <a:lnTo>
                  <a:pt x="6604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FE3AEC9-EFD5-752C-B069-C72EB6BC6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49204" y="3185985"/>
            <a:ext cx="382688" cy="516227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F9B8F46-AC0B-8FA1-C523-CF07533604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1327" y="3116080"/>
            <a:ext cx="5243964" cy="338099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488" b="1">
                <a:latin typeface="+mj-lt"/>
              </a:defRPr>
            </a:lvl1pPr>
            <a:lvl2pPr algn="l">
              <a:lnSpc>
                <a:spcPct val="100000"/>
              </a:lnSpc>
              <a:defRPr sz="1488" b="1">
                <a:latin typeface="+mj-lt"/>
              </a:defRPr>
            </a:lvl2pPr>
            <a:lvl3pPr algn="l">
              <a:lnSpc>
                <a:spcPct val="100000"/>
              </a:lnSpc>
              <a:defRPr sz="1488" b="1">
                <a:latin typeface="+mj-lt"/>
              </a:defRPr>
            </a:lvl3pPr>
            <a:lvl4pPr algn="l">
              <a:lnSpc>
                <a:spcPct val="100000"/>
              </a:lnSpc>
              <a:defRPr sz="1488" b="1">
                <a:latin typeface="+mj-lt"/>
              </a:defRPr>
            </a:lvl4pPr>
            <a:lvl5pPr algn="l">
              <a:lnSpc>
                <a:spcPct val="100000"/>
              </a:lnSpc>
              <a:defRPr sz="1488" b="1">
                <a:latin typeface="+mj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00000"/>
              </a:lnSpc>
              <a:spcBef>
                <a:spcPts val="8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4C1C2E9-CE9E-CB42-8A96-9163BED40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41327" y="3467497"/>
            <a:ext cx="5243962" cy="62430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58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93FF2F-B192-CE88-DD52-228CC59E6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49204" y="4600489"/>
            <a:ext cx="382688" cy="516227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41B4613-7F18-F348-A0D5-1A6F1E22A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41325" y="4523010"/>
            <a:ext cx="5243964" cy="338099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488" b="1">
                <a:latin typeface="+mj-lt"/>
              </a:defRPr>
            </a:lvl1pPr>
            <a:lvl2pPr algn="l">
              <a:lnSpc>
                <a:spcPct val="100000"/>
              </a:lnSpc>
              <a:defRPr sz="1488" b="1">
                <a:latin typeface="+mj-lt"/>
              </a:defRPr>
            </a:lvl2pPr>
            <a:lvl3pPr algn="l">
              <a:lnSpc>
                <a:spcPct val="100000"/>
              </a:lnSpc>
              <a:defRPr sz="1488" b="1">
                <a:latin typeface="+mj-lt"/>
              </a:defRPr>
            </a:lvl3pPr>
            <a:lvl4pPr algn="l">
              <a:lnSpc>
                <a:spcPct val="100000"/>
              </a:lnSpc>
              <a:defRPr sz="1488" b="1">
                <a:latin typeface="+mj-lt"/>
              </a:defRPr>
            </a:lvl4pPr>
            <a:lvl5pPr algn="l">
              <a:lnSpc>
                <a:spcPct val="100000"/>
              </a:lnSpc>
              <a:defRPr sz="1488" b="1">
                <a:latin typeface="+mj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00000"/>
              </a:lnSpc>
              <a:spcBef>
                <a:spcPts val="8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96AABFD-E1D2-F043-514A-DE1FF59810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41324" y="4888426"/>
            <a:ext cx="5243962" cy="62430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58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96F6E1F-8FDA-954E-935D-511AD1C1C3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49204" y="6024251"/>
            <a:ext cx="382688" cy="516227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FCF7760-891C-DE83-4D8A-42471D9674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41325" y="5925993"/>
            <a:ext cx="5243964" cy="338099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488" b="1">
                <a:latin typeface="+mj-lt"/>
              </a:defRPr>
            </a:lvl1pPr>
            <a:lvl2pPr algn="l">
              <a:lnSpc>
                <a:spcPct val="100000"/>
              </a:lnSpc>
              <a:defRPr sz="1488" b="1">
                <a:latin typeface="+mj-lt"/>
              </a:defRPr>
            </a:lvl2pPr>
            <a:lvl3pPr algn="l">
              <a:lnSpc>
                <a:spcPct val="100000"/>
              </a:lnSpc>
              <a:defRPr sz="1488" b="1">
                <a:latin typeface="+mj-lt"/>
              </a:defRPr>
            </a:lvl3pPr>
            <a:lvl4pPr algn="l">
              <a:lnSpc>
                <a:spcPct val="100000"/>
              </a:lnSpc>
              <a:defRPr sz="1488" b="1">
                <a:latin typeface="+mj-lt"/>
              </a:defRPr>
            </a:lvl4pPr>
            <a:lvl5pPr algn="l">
              <a:lnSpc>
                <a:spcPct val="100000"/>
              </a:lnSpc>
              <a:defRPr sz="1488" b="1">
                <a:latin typeface="+mj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00000"/>
              </a:lnSpc>
              <a:spcBef>
                <a:spcPts val="8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9CF86D2-5E53-A8AE-8C23-3A6D4607E8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41324" y="6289722"/>
            <a:ext cx="5243962" cy="62430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158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158" b="0">
                <a:latin typeface="+mn-lt"/>
              </a:defRPr>
            </a:lvl5pPr>
          </a:lstStyle>
          <a:p>
            <a:pPr marL="0" marR="0" lvl="0" indent="0" algn="l" defTabSz="756026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B4B489D2-4AE6-F4D6-9934-750DACF5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043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05/11/2025</a:t>
            </a:fld>
            <a:endParaRPr lang="en-CN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49C402-28ED-C05F-9B69-1D2B67A10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9207" y="7006699"/>
            <a:ext cx="34022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D68EAB-FDC4-C6A2-ADBB-1C2A4C0B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441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987C3128-989C-3D0C-C502-4AEEE57A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922393" y="9866"/>
            <a:ext cx="0" cy="7549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44B57F24-6A05-F896-ADC6-5E62E17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80187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832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288" y="1761352"/>
            <a:ext cx="8068725" cy="39355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4961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043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en-CN" smtClean="0"/>
              <a:t>05/11/2025</a:t>
            </a:fld>
            <a:endParaRPr lang="en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9207" y="7006699"/>
            <a:ext cx="34022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441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en-CN" smtClean="0"/>
              <a:t>‹#›</a:t>
            </a:fld>
            <a:endParaRPr lang="en-CN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304050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887588" y="0"/>
            <a:ext cx="0" cy="7559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31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" y="1"/>
            <a:ext cx="2350396" cy="7559676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2734" y="503979"/>
            <a:ext cx="8493860" cy="218390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2735" y="2939874"/>
            <a:ext cx="8493859" cy="3700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12433" y="6741835"/>
            <a:ext cx="94530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0527" y="6741835"/>
            <a:ext cx="585888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20758" y="6741835"/>
            <a:ext cx="45583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175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803" r:id="rId23"/>
  </p:sldLayoutIdLst>
  <p:hf sldNum="0" hdr="0" ftr="0" dt="0"/>
  <p:txStyles>
    <p:titleStyle>
      <a:lvl1pPr algn="ctr" defTabSz="503972" rtl="0" eaLnBrk="1" latinLnBrk="0" hangingPunct="1">
        <a:spcBef>
          <a:spcPct val="0"/>
        </a:spcBef>
        <a:buNone/>
        <a:defRPr sz="4409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982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646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18954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20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22925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8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0904" indent="-188989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6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204876" indent="-188989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aperswithcode.com/dataset/ku-har" TargetMode="External"/><Relationship Id="rId3" Type="http://schemas.openxmlformats.org/officeDocument/2006/relationships/hyperlink" Target="https://github.com/xyanchen/WiFi-CSI-Sensing-Benchmark" TargetMode="External"/><Relationship Id="rId7" Type="http://schemas.openxmlformats.org/officeDocument/2006/relationships/hyperlink" Target="https://archive.ics.uci.edu/ml/datasets/human+activity+recognition+using+smartphones" TargetMode="External"/><Relationship Id="rId2" Type="http://schemas.openxmlformats.org/officeDocument/2006/relationships/hyperlink" Target="https://www.kaggle.com/datasets/geninhu/csi-datase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-dataport.org/documents/csi-dataset-wireless-human-sensing-80-mhz-wi-fi-channels" TargetMode="External"/><Relationship Id="rId5" Type="http://schemas.openxmlformats.org/officeDocument/2006/relationships/hyperlink" Target="https://cswu.me/papers/mobisys19_widar3_paper.pdf" TargetMode="External"/><Relationship Id="rId4" Type="http://schemas.openxmlformats.org/officeDocument/2006/relationships/hyperlink" Target="https://tns.thss.tsinghua.edu.cn/widar3.0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4C9C-650F-7FF3-82F0-C728D9532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0418" y="2064010"/>
            <a:ext cx="8110330" cy="197412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IN" sz="4400" dirty="0"/>
              <a:t>MTECH AAI COHORT-1 Dissertation Project – Phase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E0002-39D8-68F8-4681-324358A72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418" y="5719013"/>
            <a:ext cx="8110330" cy="136902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IN" b="1" i="0" u="none" strike="noStrike" baseline="0" dirty="0">
                <a:solidFill>
                  <a:srgbClr val="898989"/>
                </a:solidFill>
                <a:latin typeface="Calibri" panose="020F0502020204030204" pitchFamily="34" charset="0"/>
              </a:rPr>
              <a:t>Presented by:</a:t>
            </a:r>
            <a:r>
              <a:rPr lang="en-IN" b="0" i="0" u="none" strike="noStrike" baseline="0" dirty="0">
                <a:solidFill>
                  <a:srgbClr val="898989"/>
                </a:solidFill>
                <a:latin typeface="Calibri" panose="020F0502020204030204" pitchFamily="34" charset="0"/>
              </a:rPr>
              <a:t> Sanjeev Kumar Pandey	</a:t>
            </a:r>
          </a:p>
          <a:p>
            <a:pPr algn="ctr"/>
            <a:r>
              <a:rPr lang="en-IN" b="1" i="0" u="none" strike="noStrike" baseline="0" dirty="0">
                <a:solidFill>
                  <a:srgbClr val="898989"/>
                </a:solidFill>
                <a:latin typeface="Calibri" panose="020F0502020204030204" pitchFamily="34" charset="0"/>
              </a:rPr>
              <a:t>Enrolment No:</a:t>
            </a:r>
            <a:r>
              <a:rPr lang="en-IN" b="0" i="0" u="none" strike="noStrike" baseline="0" dirty="0">
                <a:solidFill>
                  <a:srgbClr val="898989"/>
                </a:solidFill>
                <a:latin typeface="Calibri" panose="020F0502020204030204" pitchFamily="34" charset="0"/>
              </a:rPr>
              <a:t> MT23AAI001</a:t>
            </a:r>
          </a:p>
          <a:p>
            <a:pPr algn="ctr"/>
            <a:r>
              <a:rPr lang="en-US" b="1" i="0" u="none" strike="noStrike" baseline="0" dirty="0">
                <a:solidFill>
                  <a:srgbClr val="898989"/>
                </a:solidFill>
                <a:latin typeface="Calibri" panose="020F0502020204030204" pitchFamily="34" charset="0"/>
              </a:rPr>
              <a:t>Project Guide:</a:t>
            </a:r>
            <a:r>
              <a:rPr lang="en-US" b="0" i="0" u="none" strike="noStrike" baseline="0" dirty="0">
                <a:solidFill>
                  <a:srgbClr val="898989"/>
                </a:solidFill>
                <a:latin typeface="Calibri" panose="020F0502020204030204" pitchFamily="34" charset="0"/>
              </a:rPr>
              <a:t> Dr. Amit Agrawal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5CFCF-7EA2-0369-9396-9D9C7ECF3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494" y="548331"/>
            <a:ext cx="1299456" cy="140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9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925" y="1102171"/>
            <a:ext cx="4776921" cy="327494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AI/Data-Driven Positioning and Human Activity Recognition</a:t>
            </a:r>
          </a:p>
        </p:txBody>
      </p:sp>
      <p:sp>
        <p:nvSpPr>
          <p:cNvPr id="3" name="Subetitle 2">
            <a:extLst>
              <a:ext uri="{FF2B5EF4-FFF2-40B4-BE49-F238E27FC236}">
                <a16:creationId xmlns:a16="http://schemas.microsoft.com/office/drawing/2014/main" id="{DA09D1C4-F071-7D9B-6EDA-5FA84A20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925" y="4461236"/>
            <a:ext cx="4778469" cy="970875"/>
          </a:xfrm>
        </p:spPr>
        <p:txBody>
          <a:bodyPr/>
          <a:lstStyle/>
          <a:p>
            <a:r>
              <a:rPr lang="en-US" altLang="zh-CN" dirty="0"/>
              <a:t>VNIT Nagpur</a:t>
            </a:r>
            <a:endParaRPr lang="zh-CN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DA174-FC3D-8B25-FBB8-DC2004FF79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1925" y="5690226"/>
            <a:ext cx="1437087" cy="226814"/>
          </a:xfrm>
        </p:spPr>
        <p:txBody>
          <a:bodyPr/>
          <a:lstStyle/>
          <a:p>
            <a:r>
              <a:rPr lang="en-GB" altLang="zh-CN" dirty="0"/>
              <a:t>Sanjeev Kumar Pandey</a:t>
            </a:r>
          </a:p>
        </p:txBody>
      </p:sp>
      <p:pic>
        <p:nvPicPr>
          <p:cNvPr id="8" name="Picture Placeholder 7" descr="Close-up of a laptop on a desk with documents.">
            <a:extLst>
              <a:ext uri="{FF2B5EF4-FFF2-40B4-BE49-F238E27FC236}">
                <a16:creationId xmlns:a16="http://schemas.microsoft.com/office/drawing/2014/main" id="{82316F9B-3EB8-DF6C-405A-F39B5E1E9AF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" b="38"/>
          <a:stretch/>
        </p:blipFill>
        <p:spPr>
          <a:xfrm>
            <a:off x="5384811" y="944661"/>
            <a:ext cx="4695814" cy="5685044"/>
          </a:xfrm>
        </p:spPr>
      </p:pic>
    </p:spTree>
    <p:extLst>
      <p:ext uri="{BB962C8B-B14F-4D97-AF65-F5344CB8AC3E}">
        <p14:creationId xmlns:p14="http://schemas.microsoft.com/office/powerpoint/2010/main" val="59833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2F0C-7805-D120-ADA6-81BB63B1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D50A10-0A89-E3F1-D41A-47E283AEF98D}"/>
              </a:ext>
            </a:extLst>
          </p:cNvPr>
          <p:cNvSpPr txBox="1">
            <a:spLocks/>
          </p:cNvSpPr>
          <p:nvPr/>
        </p:nvSpPr>
        <p:spPr>
          <a:xfrm>
            <a:off x="1082732" y="2080591"/>
            <a:ext cx="8493861" cy="526111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100794" indent="-100794" algn="l" defTabSz="1007943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36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25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13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02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53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299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45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391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endParaRPr lang="en-GB" sz="2800" b="1" i="0" dirty="0">
              <a:effectLst/>
              <a:latin typeface="fkGroteskNeue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1" i="0" dirty="0">
                <a:effectLst/>
                <a:latin typeface="fkGroteskNeue"/>
              </a:rPr>
              <a:t>Human Activity Recognition (HAR) </a:t>
            </a:r>
            <a:r>
              <a:rPr lang="en-GB" sz="2800" b="0" i="0" dirty="0">
                <a:effectLst/>
                <a:latin typeface="fkGroteskNeue"/>
              </a:rPr>
              <a:t>aims to automatically identify and classify human actions using sensor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0" i="0" dirty="0">
                <a:effectLst/>
                <a:latin typeface="fkGroteskNeue"/>
              </a:rPr>
              <a:t>Traditional </a:t>
            </a:r>
            <a:r>
              <a:rPr lang="en-GB" sz="2800" b="1" i="0" dirty="0">
                <a:effectLst/>
                <a:latin typeface="fkGroteskNeue"/>
              </a:rPr>
              <a:t>HAR</a:t>
            </a:r>
            <a:r>
              <a:rPr lang="en-GB" sz="2800" b="0" i="0" dirty="0">
                <a:effectLst/>
                <a:latin typeface="fkGroteskNeue"/>
              </a:rPr>
              <a:t> approaches rely on cameras or wearable sensors, which can raise privacy concerns, require user compliance, and may be affected by lighting or obstructions.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0" i="0" dirty="0">
                <a:effectLst/>
                <a:latin typeface="fkGroteskNeue"/>
              </a:rPr>
              <a:t>Recent advances leverage </a:t>
            </a:r>
            <a:r>
              <a:rPr lang="en-GB" sz="2800" b="1" i="0" dirty="0">
                <a:effectLst/>
                <a:latin typeface="fkGroteskNeue"/>
              </a:rPr>
              <a:t>Wi-Fi Channel State Information (CSI)</a:t>
            </a:r>
            <a:r>
              <a:rPr lang="en-GB" sz="2800" b="0" i="0" dirty="0">
                <a:effectLst/>
                <a:latin typeface="fkGroteskNeue"/>
              </a:rPr>
              <a:t>, which captures fine-grained changes in wireless signals caused by human movement, enabling device-free, non-intrusive activity recognition.</a:t>
            </a:r>
          </a:p>
        </p:txBody>
      </p:sp>
    </p:spTree>
    <p:extLst>
      <p:ext uri="{BB962C8B-B14F-4D97-AF65-F5344CB8AC3E}">
        <p14:creationId xmlns:p14="http://schemas.microsoft.com/office/powerpoint/2010/main" val="288020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770D-9473-6E8E-2DCC-F55878B9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53" y="1036888"/>
            <a:ext cx="6545963" cy="1310344"/>
          </a:xfrm>
        </p:spPr>
        <p:txBody>
          <a:bodyPr/>
          <a:lstStyle/>
          <a:p>
            <a:r>
              <a:rPr lang="en-IN" dirty="0"/>
              <a:t>Motivation</a:t>
            </a:r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F8F2065-6218-9D08-2B49-BC710E0BC918}"/>
              </a:ext>
            </a:extLst>
          </p:cNvPr>
          <p:cNvSpPr txBox="1">
            <a:spLocks/>
          </p:cNvSpPr>
          <p:nvPr/>
        </p:nvSpPr>
        <p:spPr>
          <a:xfrm>
            <a:off x="1258957" y="2112264"/>
            <a:ext cx="8574156" cy="3776472"/>
          </a:xfrm>
          <a:prstGeom prst="rect">
            <a:avLst/>
          </a:prstGeom>
        </p:spPr>
        <p:txBody>
          <a:bodyPr/>
          <a:lstStyle>
            <a:lvl1pPr marL="100794" indent="-100794" algn="l" defTabSz="1007943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36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25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13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02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53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299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45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391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GB" sz="2000" b="1" i="0" dirty="0">
              <a:effectLst/>
              <a:latin typeface="fkGroteskNeu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000" b="1" i="0" dirty="0">
                <a:effectLst/>
                <a:latin typeface="fkGroteskNeue"/>
              </a:rPr>
              <a:t>Privacy &amp; Comfort: </a:t>
            </a:r>
            <a:r>
              <a:rPr lang="en-GB" sz="2000" b="0" i="0" dirty="0">
                <a:effectLst/>
                <a:latin typeface="fkGroteskNeue"/>
              </a:rPr>
              <a:t>CSI-based HAR does not require cameras or wearables, preserving user privacy and comfort in sensitive environments like homes and healthcare facilities.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000" b="1" i="0" dirty="0">
                <a:effectLst/>
                <a:latin typeface="fkGroteskNeue"/>
              </a:rPr>
              <a:t>Ubiquity &amp; Cost-Effectiveness: </a:t>
            </a:r>
            <a:r>
              <a:rPr lang="en-GB" sz="2000" b="0" i="0" dirty="0">
                <a:effectLst/>
                <a:latin typeface="fkGroteskNeue"/>
              </a:rPr>
              <a:t>Utilizes existing Wi-Fi infrastructure, making deployment practical and affordable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000" b="1" i="0" dirty="0">
                <a:effectLst/>
                <a:latin typeface="fkGroteskNeue"/>
              </a:rPr>
              <a:t>Robustness: </a:t>
            </a:r>
            <a:r>
              <a:rPr lang="en-GB" sz="2000" b="0" i="0" dirty="0">
                <a:effectLst/>
                <a:latin typeface="fkGroteskNeue"/>
              </a:rPr>
              <a:t>CSI provides detailed amplitude and phase information, allowing accurate detection of subtle and complex activities even through walls or in low-light conditions.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000" b="1" i="0" dirty="0">
                <a:effectLst/>
                <a:latin typeface="fkGroteskNeue"/>
              </a:rPr>
              <a:t>Research &amp; Real-World Impact: </a:t>
            </a:r>
            <a:r>
              <a:rPr lang="en-GB" sz="2000" b="0" i="0" dirty="0">
                <a:effectLst/>
                <a:latin typeface="fkGroteskNeue"/>
              </a:rPr>
              <a:t>Enables applications such as elderly monitoring, fall detection, smart homes, and security, driving significant interest from both academia and industry.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000" b="1" i="0" dirty="0">
                <a:effectLst/>
                <a:latin typeface="fkGroteskNeue"/>
              </a:rPr>
              <a:t>Technological Advancement: </a:t>
            </a:r>
            <a:r>
              <a:rPr lang="en-GB" sz="2000" b="0" i="0" dirty="0">
                <a:effectLst/>
                <a:latin typeface="fkGroteskNeue"/>
              </a:rPr>
              <a:t>The integration of deep learning with CSI data has demonstrated high accuracy and reliability, opening new frontiers in non-intrusive human sensing</a:t>
            </a:r>
          </a:p>
        </p:txBody>
      </p:sp>
    </p:spTree>
    <p:extLst>
      <p:ext uri="{BB962C8B-B14F-4D97-AF65-F5344CB8AC3E}">
        <p14:creationId xmlns:p14="http://schemas.microsoft.com/office/powerpoint/2010/main" val="4213220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F6D63A-7237-4246-3C82-401A49F6511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22912" y="1238679"/>
            <a:ext cx="648415" cy="556535"/>
          </a:xfrm>
        </p:spPr>
        <p:txBody>
          <a:bodyPr anchor="ctr">
            <a:normAutofit/>
          </a:bodyPr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51D21-44C6-777B-2405-B7AB6F50B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326" y="1318706"/>
            <a:ext cx="4481678" cy="3222844"/>
          </a:xfrm>
        </p:spPr>
        <p:txBody>
          <a:bodyPr anchor="b">
            <a:normAutofit/>
          </a:bodyPr>
          <a:lstStyle/>
          <a:p>
            <a:r>
              <a:rPr lang="en-IN" altLang="zh-CN" dirty="0"/>
              <a:t>Problem statement</a:t>
            </a:r>
            <a:endParaRPr lang="zh-CN" alt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F881698-DE18-D708-6420-C3FECD4EF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1326" y="4682893"/>
            <a:ext cx="4481678" cy="1296830"/>
          </a:xfrm>
        </p:spPr>
        <p:txBody>
          <a:bodyPr/>
          <a:lstStyle/>
          <a:p>
            <a:r>
              <a:rPr lang="en-US" altLang="zh-CN" dirty="0"/>
              <a:t>Unlocking new horizons</a:t>
            </a:r>
          </a:p>
        </p:txBody>
      </p:sp>
      <p:pic>
        <p:nvPicPr>
          <p:cNvPr id="7" name="Picture Placeholder 6" descr="Upward view of modern skyscrapers with reflective glass facades.">
            <a:extLst>
              <a:ext uri="{FF2B5EF4-FFF2-40B4-BE49-F238E27FC236}">
                <a16:creationId xmlns:a16="http://schemas.microsoft.com/office/drawing/2014/main" id="{481E996C-D9D6-9A2D-0F64-C252B400D120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84" r="12484"/>
          <a:stretch/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815476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2382-C3BF-C7FD-19B1-1C6A5831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B94F-258D-051C-335E-DFEF4219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53" y="1036888"/>
            <a:ext cx="6545963" cy="1310344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EC23664-7278-3AF0-C332-F2BFCBF93B7C}"/>
              </a:ext>
            </a:extLst>
          </p:cNvPr>
          <p:cNvSpPr txBox="1">
            <a:spLocks/>
          </p:cNvSpPr>
          <p:nvPr/>
        </p:nvSpPr>
        <p:spPr>
          <a:xfrm>
            <a:off x="1166191" y="2112263"/>
            <a:ext cx="8666922" cy="4792119"/>
          </a:xfrm>
          <a:prstGeom prst="rect">
            <a:avLst/>
          </a:prstGeom>
        </p:spPr>
        <p:txBody>
          <a:bodyPr/>
          <a:lstStyle>
            <a:lvl1pPr marL="100794" indent="-100794" algn="l" defTabSz="1007943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36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25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13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02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53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299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45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391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GB" sz="1900" b="1" i="0" dirty="0">
              <a:effectLst/>
              <a:latin typeface="fkGroteskNeu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1900" b="0" i="0" dirty="0">
                <a:effectLst/>
                <a:latin typeface="fkGroteskNeue"/>
              </a:rPr>
              <a:t>Traditional Human Activity Recognition (HAR) systems often rely on cameras or wearable sensors, which: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GB" sz="1900" b="0" i="0" dirty="0">
                <a:effectLst/>
                <a:latin typeface="fkGroteskNeue"/>
              </a:rPr>
              <a:t>Compromise user privacy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GB" sz="1900" b="0" i="0" dirty="0">
                <a:effectLst/>
                <a:latin typeface="fkGroteskNeue"/>
              </a:rPr>
              <a:t>Require user compliance and maintenance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GB" sz="1900" b="0" i="0" dirty="0">
                <a:effectLst/>
                <a:latin typeface="fkGroteskNeue"/>
              </a:rPr>
              <a:t>Are sensitive to lighting conditions and obstructions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1900" b="0" i="0" dirty="0">
                <a:effectLst/>
                <a:latin typeface="fkGroteskNeue"/>
              </a:rPr>
              <a:t>There is a need for a non-intrusive, privacy-preserving, and robust HAR solution that can: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GB" sz="1900" b="0" i="0" dirty="0">
                <a:effectLst/>
                <a:latin typeface="fkGroteskNeue"/>
              </a:rPr>
              <a:t>Accurately detect and classify multiple human activities in real-time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GB" sz="1900" b="0" i="0" dirty="0">
                <a:effectLst/>
                <a:latin typeface="fkGroteskNeue"/>
              </a:rPr>
              <a:t>Work effectively in diverse indoor environments without requiring users to wear devices or be constantly monitored by cameras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1900" b="1" i="0" dirty="0">
                <a:effectLst/>
                <a:latin typeface="fkGroteskNeue"/>
              </a:rPr>
              <a:t>Key Challenge: </a:t>
            </a:r>
            <a:r>
              <a:rPr lang="en-GB" sz="1900" b="0" i="0" dirty="0">
                <a:effectLst/>
                <a:latin typeface="fkGroteskNeue"/>
              </a:rPr>
              <a:t>How can we leverage Wi-Fi Channel State Information (CSI) data to develop an accurate and reliable HAR system that overcomes the limitations of traditional approaches?</a:t>
            </a:r>
          </a:p>
        </p:txBody>
      </p:sp>
    </p:spTree>
    <p:extLst>
      <p:ext uri="{BB962C8B-B14F-4D97-AF65-F5344CB8AC3E}">
        <p14:creationId xmlns:p14="http://schemas.microsoft.com/office/powerpoint/2010/main" val="2682146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2C9B-1AC3-E18C-BBFA-6035F8BE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8E05-4F88-03FB-CA49-719D5672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53" y="1036888"/>
            <a:ext cx="6545963" cy="1310344"/>
          </a:xfrm>
        </p:spPr>
        <p:txBody>
          <a:bodyPr/>
          <a:lstStyle/>
          <a:p>
            <a:r>
              <a:rPr lang="en-IN" dirty="0"/>
              <a:t>Objectives</a:t>
            </a:r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9C7E90-ADF0-22E5-2C0D-E834A97117B8}"/>
              </a:ext>
            </a:extLst>
          </p:cNvPr>
          <p:cNvSpPr txBox="1">
            <a:spLocks/>
          </p:cNvSpPr>
          <p:nvPr/>
        </p:nvSpPr>
        <p:spPr>
          <a:xfrm>
            <a:off x="1166191" y="2112264"/>
            <a:ext cx="8666922" cy="2194694"/>
          </a:xfrm>
          <a:prstGeom prst="rect">
            <a:avLst/>
          </a:prstGeom>
        </p:spPr>
        <p:txBody>
          <a:bodyPr/>
          <a:lstStyle>
            <a:lvl1pPr marL="100794" indent="-100794" algn="l" defTabSz="1007943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36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25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13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02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53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299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45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391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GB" sz="3200" b="1" i="0" dirty="0">
              <a:effectLst/>
              <a:latin typeface="fkGroteskNeu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3200" b="0" i="0" dirty="0">
                <a:effectLst/>
                <a:latin typeface="fkGroteskNeue"/>
              </a:rPr>
              <a:t>Develop a HAR system using Wi-Fi CSI data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3200" b="0" i="0" dirty="0">
                <a:effectLst/>
                <a:latin typeface="fkGroteskNeue"/>
              </a:rPr>
              <a:t>Accurately classify 10 human activities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3200" b="0" i="0" dirty="0">
                <a:effectLst/>
                <a:latin typeface="fkGroteskNeue"/>
              </a:rPr>
              <a:t>Ensure privacy without cameras or wearables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3200" b="0" i="0" dirty="0">
                <a:effectLst/>
                <a:latin typeface="fkGroteskNeue"/>
              </a:rPr>
              <a:t>Evaluate performance in real indoor environments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GB" sz="3200" b="0" i="0" dirty="0">
              <a:effectLst/>
              <a:latin typeface="fkGrotesk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833A1-9B10-3943-518A-8307E922FD7A}"/>
              </a:ext>
            </a:extLst>
          </p:cNvPr>
          <p:cNvSpPr txBox="1"/>
          <p:nvPr/>
        </p:nvSpPr>
        <p:spPr>
          <a:xfrm>
            <a:off x="1457739" y="6308035"/>
            <a:ext cx="7447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1" dirty="0">
                <a:effectLst/>
                <a:latin typeface="fkGroteskNeue"/>
              </a:rPr>
              <a:t>Goal: Deliver a robust, privacy-preserving HAR solution for practical applications.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5066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48AF7-627C-AD09-BBE8-3FBE172CB8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22912" y="1238679"/>
            <a:ext cx="648415" cy="556535"/>
          </a:xfrm>
        </p:spPr>
        <p:txBody>
          <a:bodyPr anchor="ctr">
            <a:normAutofit/>
          </a:bodyPr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CBCB3-D515-ECC3-6A4D-5047557B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326" y="1318706"/>
            <a:ext cx="4481678" cy="3222844"/>
          </a:xfrm>
        </p:spPr>
        <p:txBody>
          <a:bodyPr anchor="b">
            <a:normAutofit/>
          </a:bodyPr>
          <a:lstStyle/>
          <a:p>
            <a:r>
              <a:rPr lang="en-US" altLang="zh-CN" noProof="0" dirty="0"/>
              <a:t>Literature Review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85DCF-A97A-562D-0C8D-384067603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1326" y="4682893"/>
            <a:ext cx="4481678" cy="1296830"/>
          </a:xfrm>
        </p:spPr>
        <p:txBody>
          <a:bodyPr>
            <a:normAutofit/>
          </a:bodyPr>
          <a:lstStyle/>
          <a:p>
            <a:r>
              <a:rPr lang="en-US" altLang="zh-CN" dirty="0"/>
              <a:t>Shortlisting best approach</a:t>
            </a:r>
          </a:p>
        </p:txBody>
      </p:sp>
      <p:pic>
        <p:nvPicPr>
          <p:cNvPr id="7" name="Picture Placeholder 6" descr="Two businessmen looking at plan on table">
            <a:extLst>
              <a:ext uri="{FF2B5EF4-FFF2-40B4-BE49-F238E27FC236}">
                <a16:creationId xmlns:a16="http://schemas.microsoft.com/office/drawing/2014/main" id="{77BE6132-8892-2BDE-3D83-87293CAF557A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/>
        </p:blipFill>
        <p:spPr>
          <a:xfrm>
            <a:off x="1" y="944661"/>
            <a:ext cx="4622455" cy="5670352"/>
          </a:xfrm>
          <a:noFill/>
        </p:spPr>
      </p:pic>
    </p:spTree>
    <p:extLst>
      <p:ext uri="{BB962C8B-B14F-4D97-AF65-F5344CB8AC3E}">
        <p14:creationId xmlns:p14="http://schemas.microsoft.com/office/powerpoint/2010/main" val="1267237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F40E-B5A4-07BB-A3EB-4A2B32B2C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F423-5787-7597-538D-9B9E46A3E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53" y="1036888"/>
            <a:ext cx="6545963" cy="1310344"/>
          </a:xfrm>
        </p:spPr>
        <p:txBody>
          <a:bodyPr/>
          <a:lstStyle/>
          <a:p>
            <a:r>
              <a:rPr lang="en-IN" dirty="0"/>
              <a:t>Research Paper Reference</a:t>
            </a:r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712090E-AAC1-4BA5-57CC-9A27DD18AA06}"/>
              </a:ext>
            </a:extLst>
          </p:cNvPr>
          <p:cNvSpPr txBox="1">
            <a:spLocks/>
          </p:cNvSpPr>
          <p:nvPr/>
        </p:nvSpPr>
        <p:spPr>
          <a:xfrm>
            <a:off x="1166191" y="2112264"/>
            <a:ext cx="8666922" cy="2194694"/>
          </a:xfrm>
          <a:prstGeom prst="rect">
            <a:avLst/>
          </a:prstGeom>
        </p:spPr>
        <p:txBody>
          <a:bodyPr/>
          <a:lstStyle>
            <a:lvl1pPr marL="100794" indent="-100794" algn="l" defTabSz="1007943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36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25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13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02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53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299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45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391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GB" sz="3200" b="1" i="0" dirty="0">
              <a:effectLst/>
              <a:latin typeface="fkGroteskNeue"/>
            </a:endParaRPr>
          </a:p>
          <a:p>
            <a:pPr rtl="0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Wang et al. (2017), "Device-Free Human Activity Recognition Using CSI," IEEE TMC. </a:t>
            </a:r>
          </a:p>
          <a:p>
            <a:pPr lvl="1" fontAlgn="base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GB" sz="1579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Source: https://dl.acm.org/doi/10.1109/jsac.2017.2679658</a:t>
            </a:r>
          </a:p>
          <a:p>
            <a:pPr rtl="0" fontAlgn="base">
              <a:buFont typeface="Wingdings" panose="05000000000000000000" pitchFamily="2" charset="2"/>
              <a:buChar char="q"/>
            </a:pP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Kotaru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et al. (2015), "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SpotFi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Decimeter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Level Localization Using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," ACM SIGCOMM. </a:t>
            </a:r>
          </a:p>
          <a:p>
            <a:pPr lvl="1" fontAlgn="base">
              <a:buFont typeface="Wingdings" panose="05000000000000000000" pitchFamily="2" charset="2"/>
              <a:buChar char="q"/>
            </a:pPr>
            <a:r>
              <a:rPr lang="en-GB" sz="1579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Source: https://web.stanford.edu/~skatti/pubs/sigcomm15-spotfi.pdf</a:t>
            </a:r>
          </a:p>
          <a:p>
            <a:pPr rtl="0" fontAlgn="base">
              <a:buFont typeface="Wingdings" panose="05000000000000000000" pitchFamily="2" charset="2"/>
              <a:buChar char="q"/>
            </a:pP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Yongsen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Ma, Gang Zhou,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Shuangquan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Wang (2019), "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Sensing with Channel State Information: A Survey" IEEE IoT Journal</a:t>
            </a:r>
          </a:p>
          <a:p>
            <a:pPr lvl="1" fontAlgn="base">
              <a:buFont typeface="Wingdings" panose="05000000000000000000" pitchFamily="2" charset="2"/>
              <a:buChar char="q"/>
            </a:pPr>
            <a:r>
              <a:rPr lang="en-GB" sz="1579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https://dlnext.acm.org/doi/abs/10.1145/3310194</a:t>
            </a:r>
          </a:p>
          <a:p>
            <a:pPr rtl="0" fontAlgn="base">
              <a:buFont typeface="Wingdings" panose="05000000000000000000" pitchFamily="2" charset="2"/>
              <a:buChar char="q"/>
            </a:pP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Zhenyue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Gao,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Jianqiang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Xue,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Jianxing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Zhang &amp;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Wendong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Xiao (2022)" Cross-modal meta-learning for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-based human activity recognition," ACM Digital Library</a:t>
            </a:r>
          </a:p>
          <a:p>
            <a:pPr lvl="1" fontAlgn="base">
              <a:buFont typeface="Wingdings" panose="05000000000000000000" pitchFamily="2" charset="2"/>
              <a:buChar char="q"/>
            </a:pPr>
            <a:r>
              <a:rPr lang="en-GB" sz="1579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https://dl.acm.org/doi/10.1145/3570361.3615754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GB" sz="3200" b="0" i="0" dirty="0">
              <a:effectLst/>
              <a:latin typeface="fkGroteskNeue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GB" sz="32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682940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EC61-97F8-D630-13BB-AB2414C1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/ Research Paper Mapping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F5C7D-AAD9-97EA-342E-DE7147B12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it-IT" sz="1600" b="1" i="0" dirty="0">
                <a:effectLst/>
                <a:latin typeface="fkGroteskNeue"/>
              </a:rPr>
              <a:t>CSI Based Datasets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sz="1600" b="1" i="0" dirty="0">
                <a:effectLst/>
                <a:latin typeface="fkGroteskNeue"/>
              </a:rPr>
              <a:t>Kaggle CSI Dataset (geninhu/csi-dataset) :</a:t>
            </a:r>
            <a:r>
              <a:rPr lang="it-IT" sz="1600" b="0" i="0" dirty="0">
                <a:effectLst/>
                <a:latin typeface="fkGroteskNeue"/>
              </a:rPr>
              <a:t> </a:t>
            </a:r>
            <a:r>
              <a:rPr lang="it-IT" sz="1600" b="0" i="0" dirty="0">
                <a:effectLst/>
                <a:latin typeface="fkGroteskNeue"/>
                <a:hlinkClick r:id="rId2"/>
              </a:rPr>
              <a:t>https://www.kaggle.com/datasets/geninhu/csi-dataset</a:t>
            </a:r>
            <a:endParaRPr lang="it-IT" sz="1600" b="0" i="0" dirty="0">
              <a:effectLst/>
              <a:latin typeface="fkGroteskNeue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it-IT" sz="1600" b="1" dirty="0">
                <a:latin typeface="fkGroteskNeue"/>
              </a:rPr>
              <a:t>UT-HAR :</a:t>
            </a:r>
            <a:r>
              <a:rPr lang="it-IT" sz="1600" dirty="0">
                <a:latin typeface="fkGroteskNeue"/>
              </a:rPr>
              <a:t> </a:t>
            </a:r>
            <a:r>
              <a:rPr lang="it-IT" sz="1600" dirty="0">
                <a:latin typeface="fkGroteskNeue"/>
                <a:hlinkClick r:id="rId3"/>
              </a:rPr>
              <a:t>https://github.com/xyanchen/WiFi-CSI-Sensing-Benchmark</a:t>
            </a:r>
            <a:endParaRPr lang="it-IT" sz="1600" dirty="0">
              <a:latin typeface="fkGroteskNeue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600" b="1" dirty="0">
                <a:latin typeface="fkGroteskNeue"/>
              </a:rPr>
              <a:t>Widrar3.0 : </a:t>
            </a:r>
            <a:r>
              <a:rPr lang="en-GB" sz="1600" dirty="0">
                <a:latin typeface="fkGroteskNeue"/>
                <a:hlinkClick r:id="rId4"/>
              </a:rPr>
              <a:t>https://tns.thss.tsinghua.edu.cn/widar3.0/</a:t>
            </a:r>
            <a:r>
              <a:rPr lang="en-GB" sz="1600" dirty="0">
                <a:latin typeface="fkGroteskNeue"/>
              </a:rPr>
              <a:t> </a:t>
            </a:r>
            <a:r>
              <a:rPr lang="it-IT" sz="1600" dirty="0">
                <a:latin typeface="fkGroteskNeue"/>
                <a:hlinkClick r:id="rId5"/>
              </a:rPr>
              <a:t>https://cswu.me/papers/mobisys19_widar3_paper.pdf</a:t>
            </a:r>
            <a:endParaRPr lang="it-IT" sz="1600" dirty="0">
              <a:latin typeface="fkGroteskNeue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it-IT" sz="1600" b="1" dirty="0">
                <a:latin typeface="fkGroteskNeue"/>
              </a:rPr>
              <a:t>CSI Dataset for Wireless Human Sensing </a:t>
            </a:r>
            <a:r>
              <a:rPr lang="it-IT" sz="1600" dirty="0">
                <a:latin typeface="fkGroteskNeue"/>
              </a:rPr>
              <a:t>: </a:t>
            </a:r>
            <a:r>
              <a:rPr lang="it-IT" sz="1600" dirty="0">
                <a:latin typeface="fkGroteskNeue"/>
                <a:hlinkClick r:id="rId6"/>
              </a:rPr>
              <a:t>https://ieee-dataport.org/documents/csi-dataset-wireless-human-sensing-80-mhz-wi-fi-channels</a:t>
            </a:r>
            <a:endParaRPr lang="it-IT" sz="1600" dirty="0">
              <a:latin typeface="fkGroteskNeue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it-IT" sz="1600" b="1" dirty="0">
                <a:latin typeface="fkGroteskNeue"/>
              </a:rPr>
              <a:t>Sensor Based Datasets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sz="1600" b="1" dirty="0">
                <a:latin typeface="fkGroteskNeue"/>
              </a:rPr>
              <a:t>UCI HAR :</a:t>
            </a:r>
            <a:r>
              <a:rPr lang="it-IT" sz="1600" dirty="0">
                <a:latin typeface="fkGroteskNeue"/>
              </a:rPr>
              <a:t> </a:t>
            </a:r>
            <a:r>
              <a:rPr lang="it-IT" sz="1600" dirty="0">
                <a:latin typeface="fkGroteskNeue"/>
                <a:hlinkClick r:id="rId7"/>
              </a:rPr>
              <a:t>https://archive.ics.uci.edu/ml/datasets/human+activity+recognition+using+smartphones</a:t>
            </a:r>
            <a:endParaRPr lang="it-IT" sz="1600" dirty="0">
              <a:latin typeface="fkGroteskNeue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it-IT" sz="1600" b="1" dirty="0">
                <a:latin typeface="fkGroteskNeue"/>
              </a:rPr>
              <a:t>KU-HAR :</a:t>
            </a:r>
            <a:r>
              <a:rPr lang="it-IT" sz="1600" dirty="0">
                <a:latin typeface="fkGroteskNeue"/>
              </a:rPr>
              <a:t> </a:t>
            </a:r>
            <a:r>
              <a:rPr lang="it-IT" sz="1600" dirty="0">
                <a:latin typeface="fkGroteskNeue"/>
                <a:hlinkClick r:id="rId8"/>
              </a:rPr>
              <a:t>https://paperswithcode.com/dataset/ku-har</a:t>
            </a:r>
            <a:endParaRPr lang="it-IT" sz="1600" dirty="0">
              <a:latin typeface="fkGroteskNeue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800" b="1" dirty="0">
                <a:latin typeface="fkGroteskNeue"/>
              </a:rPr>
              <a:t>Human Activity Recognition based on Wi-Fi CSI Data</a:t>
            </a:r>
            <a:r>
              <a:rPr lang="en-GB" sz="1800" dirty="0">
                <a:latin typeface="fkGroteskNeue"/>
              </a:rPr>
              <a:t> : https://eprints.whiterose.ac.uk/id/eprint/184207/1/1-s2.0-S1877050921024509-main.pdf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67819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6D15-40D4-A1E1-C52C-55C6B4D3F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40" y="403183"/>
            <a:ext cx="9004518" cy="802765"/>
          </a:xfrm>
        </p:spPr>
        <p:txBody>
          <a:bodyPr/>
          <a:lstStyle/>
          <a:p>
            <a:r>
              <a:rPr lang="en-IN" dirty="0"/>
              <a:t>Datasets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FF642A8-8D76-59D5-5770-240D1F1EFD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314669"/>
              </p:ext>
            </p:extLst>
          </p:nvPr>
        </p:nvGraphicFramePr>
        <p:xfrm>
          <a:off x="642640" y="1669771"/>
          <a:ext cx="9004518" cy="316714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001708">
                  <a:extLst>
                    <a:ext uri="{9D8B030D-6E8A-4147-A177-3AD203B41FA5}">
                      <a16:colId xmlns:a16="http://schemas.microsoft.com/office/drawing/2014/main" val="2853132381"/>
                    </a:ext>
                  </a:extLst>
                </a:gridCol>
                <a:gridCol w="6002810">
                  <a:extLst>
                    <a:ext uri="{9D8B030D-6E8A-4147-A177-3AD203B41FA5}">
                      <a16:colId xmlns:a16="http://schemas.microsoft.com/office/drawing/2014/main" val="1677615162"/>
                    </a:ext>
                  </a:extLst>
                </a:gridCol>
              </a:tblGrid>
              <a:tr h="397567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Dataset Name</a:t>
                      </a:r>
                      <a:endParaRPr lang="en-GB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Description</a:t>
                      </a:r>
                      <a:endParaRPr lang="en-GB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5515052"/>
                  </a:ext>
                </a:extLst>
              </a:tr>
              <a:tr h="554189">
                <a:tc>
                  <a:txBody>
                    <a:bodyPr/>
                    <a:lstStyle/>
                    <a:p>
                      <a:r>
                        <a:rPr lang="it-IT" sz="2000" b="1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Kaggle CSI Dataset</a:t>
                      </a:r>
                      <a:br>
                        <a:rPr lang="it-IT" sz="2000" b="1" dirty="0"/>
                      </a:br>
                      <a:r>
                        <a:rPr lang="it-IT" sz="2000" b="1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(geninhu/csi-dataset)</a:t>
                      </a:r>
                      <a:endParaRPr lang="en-GB" sz="2000" b="1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Wi-Fi Channel State Information (CSI) data for HAR. Contains raw CSI measurements suitable for activity recognition and wireless sensing research. 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10 distinct human activities by 30 Participants</a:t>
                      </a:r>
                      <a:endParaRPr lang="en-GB" sz="16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69278127"/>
                  </a:ext>
                </a:extLst>
              </a:tr>
              <a:tr h="554189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b="1" dirty="0">
                          <a:effectLst/>
                        </a:rPr>
                        <a:t>UT-HAR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dirty="0">
                          <a:effectLst/>
                        </a:rPr>
                        <a:t>Wi-Fi CSI data, 6 activities, 30 participants, 2.4/5 GHz bands.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287005"/>
                  </a:ext>
                </a:extLst>
              </a:tr>
              <a:tr h="554189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b="1" dirty="0">
                          <a:effectLst/>
                        </a:rPr>
                        <a:t>Widar3.0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dirty="0">
                          <a:effectLst/>
                        </a:rPr>
                        <a:t>CSI for 25 activities, 3D motion tracking.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80687041"/>
                  </a:ext>
                </a:extLst>
              </a:tr>
              <a:tr h="554189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b="1" dirty="0">
                          <a:effectLst/>
                        </a:rPr>
                        <a:t>CSI Dataset for Wireless Human Sensing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8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7 activities, 10 people, 7 environments, 80 MHz Wi-Fi, 13+ hours of CSI data</a:t>
                      </a:r>
                      <a:endParaRPr lang="en-GB" sz="1800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251099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2C2FEC-A74C-DEA4-C5E5-1C18138104B0}"/>
              </a:ext>
            </a:extLst>
          </p:cNvPr>
          <p:cNvSpPr txBox="1"/>
          <p:nvPr/>
        </p:nvSpPr>
        <p:spPr>
          <a:xfrm>
            <a:off x="646016" y="1235687"/>
            <a:ext cx="9000000" cy="4001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CSI Based Dataset</a:t>
            </a:r>
            <a:endParaRPr lang="en-GB" sz="2000" b="1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A9B3BAE0-D6F3-B9F0-A521-54FD4D841B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3636202"/>
              </p:ext>
            </p:extLst>
          </p:nvPr>
        </p:nvGraphicFramePr>
        <p:xfrm>
          <a:off x="649268" y="5307495"/>
          <a:ext cx="9004518" cy="150594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95080">
                  <a:extLst>
                    <a:ext uri="{9D8B030D-6E8A-4147-A177-3AD203B41FA5}">
                      <a16:colId xmlns:a16="http://schemas.microsoft.com/office/drawing/2014/main" val="2853132381"/>
                    </a:ext>
                  </a:extLst>
                </a:gridCol>
                <a:gridCol w="6009438">
                  <a:extLst>
                    <a:ext uri="{9D8B030D-6E8A-4147-A177-3AD203B41FA5}">
                      <a16:colId xmlns:a16="http://schemas.microsoft.com/office/drawing/2014/main" val="1677615162"/>
                    </a:ext>
                  </a:extLst>
                </a:gridCol>
              </a:tblGrid>
              <a:tr h="397567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Dataset Name</a:t>
                      </a:r>
                      <a:endParaRPr lang="en-GB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Description</a:t>
                      </a:r>
                      <a:endParaRPr lang="en-GB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5515052"/>
                  </a:ext>
                </a:extLst>
              </a:tr>
              <a:tr h="554189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b="1" dirty="0">
                          <a:effectLst/>
                        </a:rPr>
                        <a:t>UCI HAR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dirty="0">
                          <a:effectLst/>
                        </a:rPr>
                        <a:t>Smartphone accelerometer/gyroscope, 6 activities.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69278127"/>
                  </a:ext>
                </a:extLst>
              </a:tr>
              <a:tr h="554189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b="1" dirty="0">
                          <a:effectLst/>
                        </a:rPr>
                        <a:t>KU-HAR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dirty="0">
                          <a:effectLst/>
                        </a:rPr>
                        <a:t>18 activities, 90 participants, wearable sensors.</a:t>
                      </a: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287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3020FE7-7DF7-770B-3DD6-BAAF1B389997}"/>
              </a:ext>
            </a:extLst>
          </p:cNvPr>
          <p:cNvSpPr txBox="1"/>
          <p:nvPr/>
        </p:nvSpPr>
        <p:spPr>
          <a:xfrm>
            <a:off x="652644" y="4873411"/>
            <a:ext cx="9000000" cy="4001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Sensor Based Dataset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85437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706C4-BB41-BC7F-B0DE-278A9BD0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35ED-AB1C-1349-4617-5976E414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40" y="403183"/>
            <a:ext cx="9004518" cy="802765"/>
          </a:xfrm>
        </p:spPr>
        <p:txBody>
          <a:bodyPr/>
          <a:lstStyle/>
          <a:p>
            <a:r>
              <a:rPr lang="en-IN" dirty="0"/>
              <a:t>CSI Based Dataset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74F34C-8820-7C97-DDFC-20201CE73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498021"/>
              </p:ext>
            </p:extLst>
          </p:nvPr>
        </p:nvGraphicFramePr>
        <p:xfrm>
          <a:off x="642640" y="2592723"/>
          <a:ext cx="9004518" cy="468139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71621">
                  <a:extLst>
                    <a:ext uri="{9D8B030D-6E8A-4147-A177-3AD203B41FA5}">
                      <a16:colId xmlns:a16="http://schemas.microsoft.com/office/drawing/2014/main" val="2853132381"/>
                    </a:ext>
                  </a:extLst>
                </a:gridCol>
                <a:gridCol w="6532897">
                  <a:extLst>
                    <a:ext uri="{9D8B030D-6E8A-4147-A177-3AD203B41FA5}">
                      <a16:colId xmlns:a16="http://schemas.microsoft.com/office/drawing/2014/main" val="1677615162"/>
                    </a:ext>
                  </a:extLst>
                </a:gridCol>
              </a:tblGrid>
              <a:tr h="585790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Source URL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https://www.kaggle.com/datasets/geninhu/csi-dataset</a:t>
                      </a:r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85515052"/>
                  </a:ext>
                </a:extLst>
              </a:tr>
              <a:tr h="571852">
                <a:tc>
                  <a:txBody>
                    <a:bodyPr/>
                    <a:lstStyle/>
                    <a:p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Type</a:t>
                      </a:r>
                      <a:endParaRPr lang="en-GB" sz="1800" b="1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Wi-Fi Channel State Information (CSI) data for Human Activity Recognition (HAR)</a:t>
                      </a:r>
                      <a:endParaRPr lang="en-GB" sz="16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69278127"/>
                  </a:ext>
                </a:extLst>
              </a:tr>
              <a:tr h="816562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Number of Activity Classes</a:t>
                      </a:r>
                      <a:endParaRPr lang="en-GB" sz="1800" b="1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10 distinct human activities [ '</a:t>
                      </a:r>
                      <a:r>
                        <a:rPr lang="en-GB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falling_down_from_sitting_position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'</a:t>
                      </a:r>
                    </a:p>
                    <a:p>
                      <a:pPr fontAlgn="base" latinLnBrk="0"/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'</a:t>
                      </a:r>
                      <a:r>
                        <a:rPr lang="en-GB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falling_down_from_standing_position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' 'lying'</a:t>
                      </a:r>
                    </a:p>
                    <a:p>
                      <a:pPr fontAlgn="base" latinLnBrk="0"/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'</a:t>
                      </a:r>
                      <a:r>
                        <a:rPr lang="en-GB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pick_a_pen_from_the_ground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' 'sitting' '</a:t>
                      </a:r>
                      <a:r>
                        <a:rPr lang="en-GB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sitting_down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' '</a:t>
                      </a:r>
                      <a:r>
                        <a:rPr lang="en-GB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stand_still</a:t>
                      </a:r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'</a:t>
                      </a:r>
                    </a:p>
                    <a:p>
                      <a:pPr fontAlgn="base" latinLnBrk="0"/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'standing up' 'turning' 'walking’ ]</a:t>
                      </a:r>
                      <a:endParaRPr lang="en-GB" sz="1600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9287005"/>
                  </a:ext>
                </a:extLst>
              </a:tr>
              <a:tr h="816562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Data Format</a:t>
                      </a:r>
                      <a:endParaRPr lang="en-GB" sz="1800" b="1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Training and evaluating machine learning models for activity recognition and wireless sensing research</a:t>
                      </a:r>
                      <a:endParaRPr lang="en-GB" sz="1600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80687041"/>
                  </a:ext>
                </a:extLst>
              </a:tr>
              <a:tr h="816562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Data Size</a:t>
                      </a:r>
                      <a:endParaRPr lang="en-GB" sz="1800" b="1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 directory, 30 files (as per Kaggle listing)</a:t>
                      </a:r>
                      <a:endParaRPr lang="en-GB" sz="1600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25109991"/>
                  </a:ext>
                </a:extLst>
              </a:tr>
              <a:tr h="816562"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Applications</a:t>
                      </a:r>
                      <a:endParaRPr lang="en-GB" sz="1800" b="1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GB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Non-intrusive, privacy-preserving activity recognition</a:t>
                      </a:r>
                      <a:endParaRPr lang="en-GB" sz="1600" dirty="0">
                        <a:effectLst/>
                      </a:endParaRPr>
                    </a:p>
                  </a:txBody>
                  <a:tcPr marL="60960" marR="6096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856924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628FD1C-E1F5-8132-FD0C-6C59920E6DA2}"/>
              </a:ext>
            </a:extLst>
          </p:cNvPr>
          <p:cNvSpPr txBox="1"/>
          <p:nvPr/>
        </p:nvSpPr>
        <p:spPr>
          <a:xfrm>
            <a:off x="642639" y="1391504"/>
            <a:ext cx="90045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1" dirty="0">
                <a:effectLst/>
                <a:latin typeface="fkGroteskNeue"/>
              </a:rPr>
              <a:t>This dataset is providing rich, fine-grained wireless signal data, making it ideal for developing robust and accurate HAR models, especially in indoor environments where privacy and unobtrusiveness are important.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2757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AE15-4D5F-68F9-03DD-32527E3A08E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22912" y="1238679"/>
            <a:ext cx="648415" cy="556535"/>
          </a:xfrm>
        </p:spPr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B5030-16E4-D110-00B2-5913AECE0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326" y="1318706"/>
            <a:ext cx="4481678" cy="3222844"/>
          </a:xfrm>
        </p:spPr>
        <p:txBody>
          <a:bodyPr/>
          <a:lstStyle/>
          <a:p>
            <a:r>
              <a:rPr lang="en-US" altLang="zh-CN" noProof="0" dirty="0"/>
              <a:t>Proposed Methodology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D9135-EAFD-E3ED-1DE5-09C70EBB5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1326" y="4682893"/>
            <a:ext cx="4481678" cy="1296830"/>
          </a:xfrm>
        </p:spPr>
        <p:txBody>
          <a:bodyPr/>
          <a:lstStyle/>
          <a:p>
            <a:r>
              <a:rPr lang="en-US" altLang="zh-CN" dirty="0"/>
              <a:t>Executive Team and Key Departments</a:t>
            </a:r>
          </a:p>
        </p:txBody>
      </p:sp>
      <p:pic>
        <p:nvPicPr>
          <p:cNvPr id="7" name="Picture Placeholder 6" descr="Team collaborating at a table.">
            <a:extLst>
              <a:ext uri="{FF2B5EF4-FFF2-40B4-BE49-F238E27FC236}">
                <a16:creationId xmlns:a16="http://schemas.microsoft.com/office/drawing/2014/main" id="{8CF40189-9D41-F86D-99E9-050D89D06E5B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>
          <a:xfrm>
            <a:off x="1" y="944661"/>
            <a:ext cx="4622455" cy="5670352"/>
          </a:xfrm>
        </p:spPr>
      </p:pic>
    </p:spTree>
    <p:extLst>
      <p:ext uri="{BB962C8B-B14F-4D97-AF65-F5344CB8AC3E}">
        <p14:creationId xmlns:p14="http://schemas.microsoft.com/office/powerpoint/2010/main" val="1078214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2CDE-7B89-BB5B-600F-09CCB67D6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F785-A163-4487-4BFF-632E6624C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734" y="649357"/>
            <a:ext cx="8493860" cy="5964329"/>
          </a:xfrm>
        </p:spPr>
        <p:txBody>
          <a:bodyPr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b="1" dirty="0"/>
              <a:t>Data Acquisition &amp; Preprocessing</a:t>
            </a:r>
            <a:endParaRPr lang="en-GB" sz="1800" dirty="0"/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Collect raw Wi-Fi CSI data for 10 activities.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Denoise and normalize signals; apply </a:t>
            </a:r>
            <a:r>
              <a:rPr lang="en-GB" sz="1800" dirty="0" err="1"/>
              <a:t>Mixup</a:t>
            </a:r>
            <a:r>
              <a:rPr lang="en-GB" sz="1800" dirty="0"/>
              <a:t> augmentation.</a:t>
            </a:r>
          </a:p>
          <a:p>
            <a:pPr marL="503972" lvl="1" indent="0">
              <a:spcBef>
                <a:spcPts val="100"/>
              </a:spcBef>
              <a:spcAft>
                <a:spcPts val="100"/>
              </a:spcAft>
              <a:buNone/>
            </a:pPr>
            <a:endParaRPr lang="en-GB" sz="1800" dirty="0"/>
          </a:p>
          <a:p>
            <a:pPr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b="1" dirty="0"/>
              <a:t>Hybrid Deep Learning Model</a:t>
            </a:r>
            <a:endParaRPr lang="en-GB" sz="1800" dirty="0"/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ResNet-1D for spatial feature extraction.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 err="1"/>
              <a:t>BiLSTM</a:t>
            </a:r>
            <a:r>
              <a:rPr lang="en-GB" sz="1800" dirty="0"/>
              <a:t> for temporal sequence modelling.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Attention layer to focus on key time steps.</a:t>
            </a:r>
          </a:p>
          <a:p>
            <a:pPr marL="503972" lvl="1" indent="0">
              <a:spcBef>
                <a:spcPts val="100"/>
              </a:spcBef>
              <a:spcAft>
                <a:spcPts val="100"/>
              </a:spcAft>
              <a:buNone/>
            </a:pPr>
            <a:endParaRPr lang="en-GB" sz="1800" dirty="0"/>
          </a:p>
          <a:p>
            <a:pPr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b="1" dirty="0"/>
              <a:t>Hybrid feature extraction strategy: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Signal preprocessing (filtering, PCA) to enhance raw CSI data.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ResNet-1D for spatial/local feature learning.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 err="1"/>
              <a:t>BiLSTM</a:t>
            </a:r>
            <a:r>
              <a:rPr lang="en-GB" sz="1800" dirty="0"/>
              <a:t> + Attention for temporal </a:t>
            </a:r>
            <a:r>
              <a:rPr lang="en-GB" sz="1800" dirty="0" err="1"/>
              <a:t>modeling</a:t>
            </a:r>
            <a:r>
              <a:rPr lang="en-GB" sz="1800" dirty="0"/>
              <a:t> and focus.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 err="1"/>
              <a:t>Mixup</a:t>
            </a:r>
            <a:r>
              <a:rPr lang="en-GB" sz="1800" dirty="0"/>
              <a:t> for robustness against overfitting.</a:t>
            </a:r>
          </a:p>
          <a:p>
            <a:pPr marL="503972" lvl="1" indent="0">
              <a:spcBef>
                <a:spcPts val="100"/>
              </a:spcBef>
              <a:spcAft>
                <a:spcPts val="100"/>
              </a:spcAft>
              <a:buNone/>
            </a:pPr>
            <a:endParaRPr lang="en-GB" sz="1800" dirty="0"/>
          </a:p>
          <a:p>
            <a:pPr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b="1" dirty="0"/>
              <a:t>Training &amp; Validation</a:t>
            </a:r>
            <a:endParaRPr lang="en-GB" sz="1800" dirty="0"/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5-fold cross-validation for robustness.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 err="1"/>
              <a:t>AdamW</a:t>
            </a:r>
            <a:r>
              <a:rPr lang="en-GB" sz="1800" dirty="0"/>
              <a:t> optimizer, cosine learning rate decay, dropout regularization.</a:t>
            </a:r>
          </a:p>
          <a:p>
            <a:pPr marL="503972" lvl="1" indent="0">
              <a:spcBef>
                <a:spcPts val="100"/>
              </a:spcBef>
              <a:spcAft>
                <a:spcPts val="100"/>
              </a:spcAft>
              <a:buNone/>
            </a:pPr>
            <a:endParaRPr lang="en-GB" sz="1800" dirty="0"/>
          </a:p>
          <a:p>
            <a:pPr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b="1" dirty="0"/>
              <a:t>Evaluation</a:t>
            </a:r>
            <a:endParaRPr lang="en-GB" sz="1800" dirty="0"/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Assess with accuracy, F1-score, and confusion matrix.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800" dirty="0"/>
              <a:t>Visualize results and class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3996521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911A-82C8-8FD0-B2D5-9674D761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05C8-4E97-717F-6D6E-C1E8FF55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53" y="1036888"/>
            <a:ext cx="6545963" cy="1310344"/>
          </a:xfrm>
        </p:spPr>
        <p:txBody>
          <a:bodyPr/>
          <a:lstStyle/>
          <a:p>
            <a:r>
              <a:rPr lang="en-IN" dirty="0"/>
              <a:t>Novelty and Innovation</a:t>
            </a:r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C4DC3FD-B275-4623-73CE-55B93780D68A}"/>
              </a:ext>
            </a:extLst>
          </p:cNvPr>
          <p:cNvSpPr txBox="1">
            <a:spLocks/>
          </p:cNvSpPr>
          <p:nvPr/>
        </p:nvSpPr>
        <p:spPr>
          <a:xfrm>
            <a:off x="1166191" y="2112264"/>
            <a:ext cx="8666922" cy="2194694"/>
          </a:xfrm>
          <a:prstGeom prst="rect">
            <a:avLst/>
          </a:prstGeom>
        </p:spPr>
        <p:txBody>
          <a:bodyPr/>
          <a:lstStyle>
            <a:lvl1pPr marL="100794" indent="-100794" algn="l" defTabSz="1007943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36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25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13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02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53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299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45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391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GB" sz="2400" b="1" i="0" dirty="0">
              <a:effectLst/>
              <a:latin typeface="fkGroteskNeu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1" i="0" dirty="0">
                <a:effectLst/>
                <a:latin typeface="fkGroteskNeue"/>
              </a:rPr>
              <a:t>Hybrid Model: </a:t>
            </a:r>
            <a:r>
              <a:rPr lang="en-GB" sz="2400" b="0" i="0" dirty="0">
                <a:effectLst/>
                <a:latin typeface="fkGroteskNeue"/>
              </a:rPr>
              <a:t>Combines ResNet-1D, </a:t>
            </a:r>
            <a:r>
              <a:rPr lang="en-GB" sz="2400" b="0" i="0" dirty="0" err="1">
                <a:effectLst/>
                <a:latin typeface="fkGroteskNeue"/>
              </a:rPr>
              <a:t>BiLSTM</a:t>
            </a:r>
            <a:r>
              <a:rPr lang="en-GB" sz="2400" b="0" i="0" dirty="0">
                <a:effectLst/>
                <a:latin typeface="fkGroteskNeue"/>
              </a:rPr>
              <a:t>, and Attention for robust spatial-temporal feature extraction from CSI data.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1" i="0" dirty="0">
                <a:effectLst/>
                <a:latin typeface="fkGroteskNeue"/>
              </a:rPr>
              <a:t>Device-Free &amp; Privacy-Preserving: </a:t>
            </a:r>
            <a:r>
              <a:rPr lang="en-GB" sz="2400" b="0" i="0" dirty="0">
                <a:effectLst/>
                <a:latin typeface="fkGroteskNeue"/>
              </a:rPr>
              <a:t>Uses Wi-Fi signals-no cameras or wearables required.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1" i="0" dirty="0">
                <a:effectLst/>
                <a:latin typeface="fkGroteskNeue"/>
              </a:rPr>
              <a:t>Advanced Augmentation: </a:t>
            </a:r>
            <a:r>
              <a:rPr lang="en-GB" sz="2400" b="0" i="0" dirty="0" err="1">
                <a:effectLst/>
                <a:latin typeface="fkGroteskNeue"/>
              </a:rPr>
              <a:t>Mixup</a:t>
            </a:r>
            <a:r>
              <a:rPr lang="en-GB" sz="2400" b="0" i="0" dirty="0">
                <a:effectLst/>
                <a:latin typeface="fkGroteskNeue"/>
              </a:rPr>
              <a:t> technique improves generalization and performance.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1" i="0" dirty="0">
                <a:effectLst/>
                <a:latin typeface="fkGroteskNeue"/>
              </a:rPr>
              <a:t>Real-World Evaluation: </a:t>
            </a:r>
            <a:r>
              <a:rPr lang="en-GB" sz="2400" b="0" i="0" dirty="0">
                <a:effectLst/>
                <a:latin typeface="fkGroteskNeue"/>
              </a:rPr>
              <a:t>Validated on diverse, unconstrained indoor activity data.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GB" sz="2400" b="0" i="0" dirty="0">
              <a:effectLst/>
              <a:latin typeface="fkGrotesk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26C71-C94A-59C6-C20F-AAE88DA88772}"/>
              </a:ext>
            </a:extLst>
          </p:cNvPr>
          <p:cNvSpPr txBox="1"/>
          <p:nvPr/>
        </p:nvSpPr>
        <p:spPr>
          <a:xfrm>
            <a:off x="1457739" y="6308035"/>
            <a:ext cx="7447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1" dirty="0">
                <a:effectLst/>
                <a:latin typeface="fkGroteskNeue"/>
              </a:rPr>
              <a:t>Delivers accurate, privacy-focused HAR using cutting-edge deep learning and wireless sensing.</a:t>
            </a:r>
          </a:p>
        </p:txBody>
      </p:sp>
    </p:spTree>
    <p:extLst>
      <p:ext uri="{BB962C8B-B14F-4D97-AF65-F5344CB8AC3E}">
        <p14:creationId xmlns:p14="http://schemas.microsoft.com/office/powerpoint/2010/main" val="3001202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C4E6D-ED41-3B9C-A04D-0DD72A5B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1950"/>
            <a:ext cx="9000000" cy="1080000"/>
          </a:xfrm>
        </p:spPr>
        <p:txBody>
          <a:bodyPr>
            <a:normAutofit/>
          </a:bodyPr>
          <a:lstStyle/>
          <a:p>
            <a:r>
              <a:rPr lang="en-US" dirty="0"/>
              <a:t>System Architecture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210C35-A628-0DFD-9B82-B9D92A99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9441" y="6200237"/>
            <a:ext cx="2268141" cy="301894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226B3C7-1DAE-9FAD-A81C-0420A93BA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0230796"/>
              </p:ext>
            </p:extLst>
          </p:nvPr>
        </p:nvGraphicFramePr>
        <p:xfrm>
          <a:off x="540000" y="3042159"/>
          <a:ext cx="9000000" cy="3279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3F2E270-2DCC-17F6-E973-EDE474A613D7}"/>
              </a:ext>
            </a:extLst>
          </p:cNvPr>
          <p:cNvSpPr txBox="1"/>
          <p:nvPr/>
        </p:nvSpPr>
        <p:spPr>
          <a:xfrm>
            <a:off x="540000" y="2534399"/>
            <a:ext cx="9000000" cy="4001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Model Training and Validation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55373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EC49-6CD4-AD4B-2092-58074191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AAB5BEF-AAC1-218C-6F70-9BD3CF3174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9194622"/>
              </p:ext>
            </p:extLst>
          </p:nvPr>
        </p:nvGraphicFramePr>
        <p:xfrm>
          <a:off x="530087" y="3311791"/>
          <a:ext cx="9000000" cy="16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583BE594-CF6D-9ABF-1FAE-D3668CAE3B18}"/>
              </a:ext>
            </a:extLst>
          </p:cNvPr>
          <p:cNvSpPr txBox="1">
            <a:spLocks/>
          </p:cNvSpPr>
          <p:nvPr/>
        </p:nvSpPr>
        <p:spPr>
          <a:xfrm>
            <a:off x="530088" y="5068279"/>
            <a:ext cx="9000000" cy="467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Model Architecture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0577EA1-C475-9DE0-CC83-82DE85F6A1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289163"/>
              </p:ext>
            </p:extLst>
          </p:nvPr>
        </p:nvGraphicFramePr>
        <p:xfrm>
          <a:off x="530087" y="5572279"/>
          <a:ext cx="9000000" cy="16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itle 3">
            <a:extLst>
              <a:ext uri="{FF2B5EF4-FFF2-40B4-BE49-F238E27FC236}">
                <a16:creationId xmlns:a16="http://schemas.microsoft.com/office/drawing/2014/main" id="{3B786A92-37FA-433F-0034-62A25E72509A}"/>
              </a:ext>
            </a:extLst>
          </p:cNvPr>
          <p:cNvSpPr txBox="1">
            <a:spLocks/>
          </p:cNvSpPr>
          <p:nvPr/>
        </p:nvSpPr>
        <p:spPr>
          <a:xfrm>
            <a:off x="510210" y="2807791"/>
            <a:ext cx="9000000" cy="467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Pre-processing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B627521-F2FD-1C7C-BB23-C40B1CBE87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065502"/>
              </p:ext>
            </p:extLst>
          </p:nvPr>
        </p:nvGraphicFramePr>
        <p:xfrm>
          <a:off x="523463" y="1025788"/>
          <a:ext cx="9000000" cy="16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8" name="Title 3">
            <a:extLst>
              <a:ext uri="{FF2B5EF4-FFF2-40B4-BE49-F238E27FC236}">
                <a16:creationId xmlns:a16="http://schemas.microsoft.com/office/drawing/2014/main" id="{D0B120B8-B83B-D499-31D0-DB86AACB44B0}"/>
              </a:ext>
            </a:extLst>
          </p:cNvPr>
          <p:cNvSpPr txBox="1">
            <a:spLocks/>
          </p:cNvSpPr>
          <p:nvPr/>
        </p:nvSpPr>
        <p:spPr>
          <a:xfrm>
            <a:off x="503586" y="521788"/>
            <a:ext cx="9000000" cy="467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Data Loading</a:t>
            </a:r>
          </a:p>
        </p:txBody>
      </p:sp>
    </p:spTree>
    <p:extLst>
      <p:ext uri="{BB962C8B-B14F-4D97-AF65-F5344CB8AC3E}">
        <p14:creationId xmlns:p14="http://schemas.microsoft.com/office/powerpoint/2010/main" val="2570466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EAFCF-3265-BCA2-C686-7505F409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A51A552-5BC7-D783-57EE-0A00585495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4965173"/>
              </p:ext>
            </p:extLst>
          </p:nvPr>
        </p:nvGraphicFramePr>
        <p:xfrm>
          <a:off x="540000" y="1769214"/>
          <a:ext cx="9000000" cy="12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itle 22">
            <a:extLst>
              <a:ext uri="{FF2B5EF4-FFF2-40B4-BE49-F238E27FC236}">
                <a16:creationId xmlns:a16="http://schemas.microsoft.com/office/drawing/2014/main" id="{C7883A33-2882-B444-399D-950354A18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03183"/>
            <a:ext cx="9004518" cy="68349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IN" sz="2400" b="0" i="0" dirty="0"/>
              <a:t>Training with K-Fold Validation</a:t>
            </a:r>
            <a:endParaRPr lang="en-GB" sz="24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F3B0DB62-1CE6-63A0-4A36-E7CB081903A0}"/>
              </a:ext>
            </a:extLst>
          </p:cNvPr>
          <p:cNvSpPr txBox="1">
            <a:spLocks/>
          </p:cNvSpPr>
          <p:nvPr/>
        </p:nvSpPr>
        <p:spPr>
          <a:xfrm>
            <a:off x="540000" y="1251960"/>
            <a:ext cx="9000000" cy="467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Training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B15FE39-DB14-7318-C44F-9204AF89CB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8163773"/>
              </p:ext>
            </p:extLst>
          </p:nvPr>
        </p:nvGraphicFramePr>
        <p:xfrm>
          <a:off x="540000" y="3716970"/>
          <a:ext cx="9000000" cy="12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3B3450D-ADB0-4C0A-4080-3CA8A9AC6EF6}"/>
              </a:ext>
            </a:extLst>
          </p:cNvPr>
          <p:cNvSpPr txBox="1">
            <a:spLocks/>
          </p:cNvSpPr>
          <p:nvPr/>
        </p:nvSpPr>
        <p:spPr>
          <a:xfrm>
            <a:off x="540000" y="3193408"/>
            <a:ext cx="9000000" cy="467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Evaluation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B5136F9-3E78-465E-A38E-F1954D4601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9809283"/>
              </p:ext>
            </p:extLst>
          </p:nvPr>
        </p:nvGraphicFramePr>
        <p:xfrm>
          <a:off x="540000" y="5691073"/>
          <a:ext cx="9000000" cy="12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6" name="Title 3">
            <a:extLst>
              <a:ext uri="{FF2B5EF4-FFF2-40B4-BE49-F238E27FC236}">
                <a16:creationId xmlns:a16="http://schemas.microsoft.com/office/drawing/2014/main" id="{AC1B3451-73E4-D379-1E8E-8584B1729752}"/>
              </a:ext>
            </a:extLst>
          </p:cNvPr>
          <p:cNvSpPr txBox="1">
            <a:spLocks/>
          </p:cNvSpPr>
          <p:nvPr/>
        </p:nvSpPr>
        <p:spPr>
          <a:xfrm>
            <a:off x="546628" y="5161356"/>
            <a:ext cx="9000000" cy="4674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2291899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2C4D-807E-F881-5648-02744E424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C2DFA0-ED75-1EBF-9EF7-1F82D6FA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1950"/>
            <a:ext cx="9000000" cy="1080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algn="ctr"/>
            <a:r>
              <a:rPr lang="en-US" sz="4400" dirty="0"/>
              <a:t>Real Time Inference</a:t>
            </a:r>
            <a:endParaRPr lang="en-GB" sz="440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7193AFB-5713-AB95-E375-C0C1D3B92E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52134"/>
              </p:ext>
            </p:extLst>
          </p:nvPr>
        </p:nvGraphicFramePr>
        <p:xfrm>
          <a:off x="540000" y="1724768"/>
          <a:ext cx="9000000" cy="25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3BCCAD3-7F59-8A2C-950E-D46231221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4180655"/>
              </p:ext>
            </p:extLst>
          </p:nvPr>
        </p:nvGraphicFramePr>
        <p:xfrm>
          <a:off x="540000" y="4354437"/>
          <a:ext cx="9000000" cy="25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51385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AE15-4D5F-68F9-03DD-32527E3A08E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22912" y="1238679"/>
            <a:ext cx="648415" cy="556535"/>
          </a:xfrm>
        </p:spPr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B5030-16E4-D110-00B2-5913AECE0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326" y="1318706"/>
            <a:ext cx="4481678" cy="3222844"/>
          </a:xfrm>
        </p:spPr>
        <p:txBody>
          <a:bodyPr/>
          <a:lstStyle/>
          <a:p>
            <a:r>
              <a:rPr lang="en-US" altLang="zh-CN" noProof="0" dirty="0"/>
              <a:t>Implementation Plan and Timeline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D9135-EAFD-E3ED-1DE5-09C70EBB5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1326" y="4682893"/>
            <a:ext cx="4481678" cy="1296830"/>
          </a:xfrm>
        </p:spPr>
        <p:txBody>
          <a:bodyPr/>
          <a:lstStyle/>
          <a:p>
            <a:endParaRPr lang="en-US" altLang="zh-CN" dirty="0"/>
          </a:p>
        </p:txBody>
      </p:sp>
      <p:pic>
        <p:nvPicPr>
          <p:cNvPr id="7" name="Picture Placeholder 6" descr="Team collaborating at a table.">
            <a:extLst>
              <a:ext uri="{FF2B5EF4-FFF2-40B4-BE49-F238E27FC236}">
                <a16:creationId xmlns:a16="http://schemas.microsoft.com/office/drawing/2014/main" id="{8CF40189-9D41-F86D-99E9-050D89D06E5B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>
          <a:xfrm>
            <a:off x="1" y="944661"/>
            <a:ext cx="4622455" cy="5670352"/>
          </a:xfrm>
        </p:spPr>
      </p:pic>
    </p:spTree>
    <p:extLst>
      <p:ext uri="{BB962C8B-B14F-4D97-AF65-F5344CB8AC3E}">
        <p14:creationId xmlns:p14="http://schemas.microsoft.com/office/powerpoint/2010/main" val="2113491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5465E46-5085-B2EE-F106-BBBAD0556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3" y="861391"/>
            <a:ext cx="9303027" cy="591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737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B51A-48B2-1AA7-553B-75EB9666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627" y="1342897"/>
            <a:ext cx="5801664" cy="1358085"/>
          </a:xfrm>
        </p:spPr>
        <p:txBody>
          <a:bodyPr/>
          <a:lstStyle/>
          <a:p>
            <a:r>
              <a:rPr lang="en-US" altLang="zh-CN" dirty="0"/>
              <a:t>Basic Model Training and Experiment Stats</a:t>
            </a:r>
            <a:endParaRPr lang="zh-CN" altLang="en-US" dirty="0"/>
          </a:p>
        </p:txBody>
      </p:sp>
      <p:pic>
        <p:nvPicPr>
          <p:cNvPr id="14" name="Picture Placeholder 13" descr="Smiling woman in conversation.">
            <a:extLst>
              <a:ext uri="{FF2B5EF4-FFF2-40B4-BE49-F238E27FC236}">
                <a16:creationId xmlns:a16="http://schemas.microsoft.com/office/drawing/2014/main" id="{27CC6FDA-D46B-9C00-4D2A-D67CAA13722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/>
        </p:blipFill>
        <p:spPr>
          <a:xfrm>
            <a:off x="0" y="944661"/>
            <a:ext cx="3481564" cy="5670352"/>
          </a:xfrm>
        </p:spPr>
      </p:pic>
    </p:spTree>
    <p:extLst>
      <p:ext uri="{BB962C8B-B14F-4D97-AF65-F5344CB8AC3E}">
        <p14:creationId xmlns:p14="http://schemas.microsoft.com/office/powerpoint/2010/main" val="856187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>
            <a:spLocks noGrp="1"/>
          </p:cNvSpPr>
          <p:nvPr>
            <p:ph type="ctrTitle"/>
          </p:nvPr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800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/>
              <a:t>CSI Dataset Model Training Experiment</a:t>
            </a:r>
            <a:endParaRPr sz="3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>
            <a:spLocks noGrp="1"/>
          </p:cNvSpPr>
          <p:nvPr>
            <p:ph type="subTitle" idx="1"/>
          </p:nvPr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200" rIns="0" bIns="0" anchor="ctr" anchorCtr="0">
            <a:noAutofit/>
          </a:bodyPr>
          <a:lstStyle/>
          <a:p>
            <a:pPr marL="342900" marR="0" lvl="0" indent="-34290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" name="Google Shape;28;p1"/>
          <p:cNvGraphicFramePr/>
          <p:nvPr>
            <p:extLst>
              <p:ext uri="{D42A27DB-BD31-4B8C-83A1-F6EECF244321}">
                <p14:modId xmlns:p14="http://schemas.microsoft.com/office/powerpoint/2010/main" val="3522064149"/>
              </p:ext>
            </p:extLst>
          </p:nvPr>
        </p:nvGraphicFramePr>
        <p:xfrm>
          <a:off x="576262" y="1655762"/>
          <a:ext cx="8788400" cy="491005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0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0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Experiment#</a:t>
                      </a:r>
                      <a:endParaRPr sz="1300"/>
                    </a:p>
                  </a:txBody>
                  <a:tcPr marL="90000" marR="90000" marT="573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Dataset Range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Total Data Volume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Learning Rate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Batch Size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Folds 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Epochs per Fold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Minutes/Epoch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/>
                        <a:t>Training</a:t>
                      </a:r>
                      <a:r>
                        <a:rPr lang="en-US" sz="1300" b="1" u="none" strike="noStrike" cap="none">
                          <a:solidFill>
                            <a:srgbClr val="000000"/>
                          </a:solidFill>
                          <a:sym typeface="Arial"/>
                        </a:rPr>
                        <a:t> Status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/>
                        <a:t>Loss</a:t>
                      </a:r>
                      <a:endParaRPr sz="1300" b="1"/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/>
                        <a:t>Accuracy</a:t>
                      </a:r>
                      <a:endParaRPr sz="1300" b="1"/>
                    </a:p>
                  </a:txBody>
                  <a:tcPr marL="90000" marR="90000" marT="62675" marB="46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1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10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3682010 (3.68 M)</a:t>
                      </a:r>
                      <a:endParaRPr sz="1300" dirty="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0.0003	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64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2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20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23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Completed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0.1946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0.9229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2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10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3682010 (3.68 M)</a:t>
                      </a:r>
                      <a:endParaRPr sz="1300" dirty="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0.0024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512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2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1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17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Completed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1.0953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0.8251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3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30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10978318 (10.97 M)</a:t>
                      </a:r>
                      <a:endParaRPr sz="1300" dirty="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0.0024</a:t>
                      </a:r>
                      <a:endParaRPr sz="1300" dirty="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512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5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30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47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Terminated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0.6937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0.7110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4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30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10978318 (10.97 M)</a:t>
                      </a:r>
                      <a:endParaRPr sz="1300" dirty="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0.0048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1024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2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10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41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Completed</a:t>
                      </a:r>
                      <a:endParaRPr sz="1300"/>
                    </a:p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0.4256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0.8260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0" u="none">
                          <a:solidFill>
                            <a:srgbClr val="000000"/>
                          </a:solidFill>
                          <a:sym typeface="Arial"/>
                        </a:rPr>
                        <a:t>5</a:t>
                      </a:r>
                      <a:endParaRPr sz="1300"/>
                    </a:p>
                  </a:txBody>
                  <a:tcPr marL="90000" marR="90000" marT="59150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15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</a:rPr>
                        <a:t>3682010 (3.68 M)</a:t>
                      </a:r>
                      <a:endParaRPr sz="1300" b="0" i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0.0005</a:t>
                      </a:r>
                      <a:endParaRPr sz="1300"/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64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20</a:t>
                      </a:r>
                      <a:endParaRPr sz="1300" b="0" i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35</a:t>
                      </a:r>
                      <a:endParaRPr sz="1300" b="0" i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Completed</a:t>
                      </a:r>
                      <a:endParaRPr sz="1300" b="0" i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0.2194</a:t>
                      </a:r>
                      <a:endParaRPr sz="1300" b="0" i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u="none" dirty="0">
                          <a:solidFill>
                            <a:srgbClr val="000000"/>
                          </a:solidFill>
                          <a:sym typeface="Arial"/>
                        </a:rPr>
                        <a:t>0.9126</a:t>
                      </a:r>
                      <a:endParaRPr sz="1300" b="0" i="0" u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62675" marB="46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D5B73-502C-F584-6244-F416DD71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1290D2-0DEC-9E8D-BD68-F6AEEBA8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629"/>
            <a:ext cx="10080625" cy="672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83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A911B8-5CB4-5E5F-8B22-ECDAE23B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627" y="1342897"/>
            <a:ext cx="5801664" cy="1358085"/>
          </a:xfrm>
        </p:spPr>
        <p:txBody>
          <a:bodyPr/>
          <a:lstStyle/>
          <a:p>
            <a:r>
              <a:rPr lang="en-US" altLang="zh-CN" noProof="0" dirty="0"/>
              <a:t>Expected Outcomes</a:t>
            </a:r>
            <a:endParaRPr lang="zh-CN" altLang="en-US" dirty="0"/>
          </a:p>
        </p:txBody>
      </p:sp>
      <p:pic>
        <p:nvPicPr>
          <p:cNvPr id="17" name="Picture Placeholder 16" descr="Businesswoman looking out of window">
            <a:extLst>
              <a:ext uri="{FF2B5EF4-FFF2-40B4-BE49-F238E27FC236}">
                <a16:creationId xmlns:a16="http://schemas.microsoft.com/office/drawing/2014/main" id="{D647BC5B-A7E1-23E7-9F9F-59039FBB655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60" b="1360"/>
          <a:stretch/>
        </p:blipFill>
        <p:spPr>
          <a:xfrm>
            <a:off x="805788" y="2317483"/>
            <a:ext cx="2715800" cy="3632488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D940CE-3A0C-346A-EB96-FF737A0C0A1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5759" y="3080349"/>
            <a:ext cx="382688" cy="387211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9C0EAE-CF90-0707-BC18-7D5D7CD09AC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41327" y="2531291"/>
            <a:ext cx="5243964" cy="253601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Comprehensive HAR Dataset:</a:t>
            </a:r>
            <a:endParaRPr lang="zh-CN" alt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65E4C9-11E7-32F8-7184-2B337C5F6F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41326" y="2715370"/>
            <a:ext cx="5243962" cy="468281"/>
          </a:xfrm>
        </p:spPr>
        <p:txBody>
          <a:bodyPr>
            <a:normAutofit fontScale="92500" lnSpcReduction="10000"/>
          </a:bodyPr>
          <a:lstStyle/>
          <a:p>
            <a:r>
              <a:rPr lang="en-GB" altLang="zh-CN" dirty="0"/>
              <a:t>Curated and </a:t>
            </a:r>
            <a:r>
              <a:rPr lang="en-GB" altLang="zh-CN" dirty="0" err="1"/>
              <a:t>preprocessed</a:t>
            </a:r>
            <a:r>
              <a:rPr lang="en-GB" altLang="zh-CN" dirty="0"/>
              <a:t> Wi-Fi CSI data covering 10 activities for robust model training and evaluation.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76C06-04E6-B707-51C8-5F24653A4B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5759" y="4114645"/>
            <a:ext cx="382688" cy="387211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4866B8-6A88-E7C3-EA48-48B7CBAEF7A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41327" y="3381967"/>
            <a:ext cx="5243964" cy="253601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Baseline &amp; Advanced HAR Models: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983446E-D2D1-8056-7305-E8316E4D11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41326" y="3592551"/>
            <a:ext cx="5243962" cy="468281"/>
          </a:xfrm>
        </p:spPr>
        <p:txBody>
          <a:bodyPr>
            <a:normAutofit fontScale="92500" lnSpcReduction="10000"/>
          </a:bodyPr>
          <a:lstStyle/>
          <a:p>
            <a:r>
              <a:rPr lang="en-GB" altLang="zh-CN" dirty="0"/>
              <a:t>Implementation of both baseline and hybrid deep learning models (ResNet-1D + </a:t>
            </a:r>
            <a:r>
              <a:rPr lang="en-GB" altLang="zh-CN" dirty="0" err="1"/>
              <a:t>BiLSTM</a:t>
            </a:r>
            <a:r>
              <a:rPr lang="en-GB" altLang="zh-CN" dirty="0"/>
              <a:t> + Attention) for activity recognition.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A8A365-F7E5-5083-8557-90D4BB15A2E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885759" y="4671869"/>
            <a:ext cx="382688" cy="387211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32A9C91-9C22-B823-538E-8716E8F6AE3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41327" y="4338663"/>
            <a:ext cx="5243964" cy="253601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High Activity Recognition Accuracy: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6FB5CF-F98F-366B-F7AE-8503D573A1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41326" y="4589000"/>
            <a:ext cx="5243962" cy="468281"/>
          </a:xfrm>
        </p:spPr>
        <p:txBody>
          <a:bodyPr>
            <a:normAutofit fontScale="92500" lnSpcReduction="10000"/>
          </a:bodyPr>
          <a:lstStyle/>
          <a:p>
            <a:r>
              <a:rPr lang="en-GB" altLang="zh-CN" dirty="0"/>
              <a:t>Achieve strong classification metrics (accuracy, F1-score) across multiple activities and environments.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4D2A9-1444-2238-A6D5-C231EC4A78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885759" y="5467630"/>
            <a:ext cx="382688" cy="387211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1D3E4E-6FD1-24A9-A7B4-3D523195579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41327" y="5230406"/>
            <a:ext cx="5243964" cy="253601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Integrated System Prototype: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905FE27-B840-7FF8-20B4-EB2D88548A9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41326" y="5387980"/>
            <a:ext cx="5243962" cy="468281"/>
          </a:xfrm>
        </p:spPr>
        <p:txBody>
          <a:bodyPr/>
          <a:lstStyle/>
          <a:p>
            <a:r>
              <a:rPr lang="en-GB" altLang="zh-CN" dirty="0"/>
              <a:t>End-to-end HAR and positioning system, deployable in real-world indoor scenarios.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C7664A-894E-AF9A-76EE-4BA71824486F}"/>
              </a:ext>
            </a:extLst>
          </p:cNvPr>
          <p:cNvSpPr txBox="1">
            <a:spLocks/>
          </p:cNvSpPr>
          <p:nvPr/>
        </p:nvSpPr>
        <p:spPr>
          <a:xfrm>
            <a:off x="3918891" y="5141689"/>
            <a:ext cx="382688" cy="387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0" indent="0" algn="ctr" defTabSz="503972" rtl="0" eaLnBrk="1" latinLnBrk="0" hangingPunct="1"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646" b="1" kern="1200" cap="none">
                <a:solidFill>
                  <a:schemeClr val="bg2"/>
                </a:solidFill>
                <a:effectLst/>
                <a:latin typeface="+mj-lt"/>
                <a:ea typeface="+mn-ea"/>
                <a:cs typeface="+mn-cs"/>
              </a:defRPr>
            </a:lvl1pPr>
            <a:lvl2pPr marL="818954" indent="-314982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205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322925" indent="-314982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984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0904" indent="-188989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764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204876" indent="-188989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51A4BA7-3F9C-81F6-02D4-3481172EC33A}"/>
              </a:ext>
            </a:extLst>
          </p:cNvPr>
          <p:cNvSpPr txBox="1">
            <a:spLocks/>
          </p:cNvSpPr>
          <p:nvPr/>
        </p:nvSpPr>
        <p:spPr>
          <a:xfrm>
            <a:off x="3925519" y="6208492"/>
            <a:ext cx="382688" cy="387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0" indent="0" algn="ctr" defTabSz="503972" rtl="0" eaLnBrk="1" latinLnBrk="0" hangingPunct="1"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646" b="1" kern="1200" cap="none">
                <a:solidFill>
                  <a:schemeClr val="bg2"/>
                </a:solidFill>
                <a:effectLst/>
                <a:latin typeface="+mj-lt"/>
                <a:ea typeface="+mn-ea"/>
                <a:cs typeface="+mn-cs"/>
              </a:defRPr>
            </a:lvl1pPr>
            <a:lvl2pPr marL="818954" indent="-314982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205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322925" indent="-314982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984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0904" indent="-188989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764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204876" indent="-188989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FA1857F-D8A3-B0C7-7CB7-B732DBC49C60}"/>
              </a:ext>
            </a:extLst>
          </p:cNvPr>
          <p:cNvSpPr txBox="1">
            <a:spLocks/>
          </p:cNvSpPr>
          <p:nvPr/>
        </p:nvSpPr>
        <p:spPr>
          <a:xfrm>
            <a:off x="4434703" y="5882541"/>
            <a:ext cx="5243964" cy="2536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marL="0" indent="0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  <a:lvl2pPr marL="818954" indent="-314982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2pPr>
            <a:lvl3pPr marL="1322925" indent="-314982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3pPr>
            <a:lvl4pPr marL="1700904" indent="-188989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4pPr>
            <a:lvl5pPr marL="2204876" indent="-188989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Extensive Evaluation &amp; Visualization: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F8BEA3E-1079-3632-21B0-4DC21B72674E}"/>
              </a:ext>
            </a:extLst>
          </p:cNvPr>
          <p:cNvSpPr txBox="1">
            <a:spLocks/>
          </p:cNvSpPr>
          <p:nvPr/>
        </p:nvSpPr>
        <p:spPr>
          <a:xfrm>
            <a:off x="4434702" y="6132878"/>
            <a:ext cx="5243962" cy="4682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0" indent="-314982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0" indent="-314982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0" indent="-188989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0" indent="-188989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dirty="0"/>
              <a:t>Detailed performance analysis, confusion matrices, and class distribution insights.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C7E65AFE-47FC-3F13-5EDC-8652CA1C2A7D}"/>
              </a:ext>
            </a:extLst>
          </p:cNvPr>
          <p:cNvSpPr txBox="1">
            <a:spLocks/>
          </p:cNvSpPr>
          <p:nvPr/>
        </p:nvSpPr>
        <p:spPr>
          <a:xfrm>
            <a:off x="4434703" y="6615260"/>
            <a:ext cx="5243964" cy="2536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marL="0" indent="0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  <a:lvl2pPr marL="818954" indent="-314982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2pPr>
            <a:lvl3pPr marL="1322925" indent="-314982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3pPr>
            <a:lvl4pPr marL="1700904" indent="-188989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4pPr>
            <a:lvl5pPr marL="2204876" indent="-188989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Final Deliverables: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933643A7-8C66-CD07-18F6-50FB96FE6C9F}"/>
              </a:ext>
            </a:extLst>
          </p:cNvPr>
          <p:cNvSpPr txBox="1">
            <a:spLocks/>
          </p:cNvSpPr>
          <p:nvPr/>
        </p:nvSpPr>
        <p:spPr>
          <a:xfrm>
            <a:off x="4434702" y="6825842"/>
            <a:ext cx="5243962" cy="4682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0" indent="-314982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0" indent="-314982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0" indent="-188989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0" indent="-188989" algn="l" defTabSz="5039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158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dirty="0"/>
              <a:t>Complete technical report, project documentation, and presentation summarizing findings and system performance.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60823F64-FD56-8B8F-1202-99655A7A6C1D}"/>
              </a:ext>
            </a:extLst>
          </p:cNvPr>
          <p:cNvSpPr txBox="1">
            <a:spLocks/>
          </p:cNvSpPr>
          <p:nvPr/>
        </p:nvSpPr>
        <p:spPr>
          <a:xfrm>
            <a:off x="399411" y="6184565"/>
            <a:ext cx="3122177" cy="10161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  <a:lvl2pPr marL="818954" indent="-314982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2pPr>
            <a:lvl3pPr marL="1322925" indent="-314982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3pPr>
            <a:lvl4pPr marL="1700904" indent="-188989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4pPr>
            <a:lvl5pPr marL="2204876" indent="-188989" algn="l" defTabSz="50397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88" b="1" kern="1200" cap="none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5pPr>
            <a:lvl6pPr marL="2771844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275815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779787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283758" indent="-251986" algn="l" defTabSz="503972" rtl="0" eaLnBrk="1" latinLnBrk="0" hangingPunct="1">
              <a:spcBef>
                <a:spcPct val="20000"/>
              </a:spcBef>
              <a:spcAft>
                <a:spcPts val="661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543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dirty="0"/>
              <a:t>The project will deliver a validated, privacy-preserving HAR solution with reproducible results and practical deployment potential.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8748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5BB1-4C77-F9F2-B787-4229582D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6B26-943D-3FDF-371F-EEF50D8A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53" y="1036888"/>
            <a:ext cx="6545963" cy="1310344"/>
          </a:xfrm>
        </p:spPr>
        <p:txBody>
          <a:bodyPr>
            <a:normAutofit fontScale="90000"/>
          </a:bodyPr>
          <a:lstStyle/>
          <a:p>
            <a:r>
              <a:rPr lang="en-GB" dirty="0"/>
              <a:t>Scope for Future Work (Next Semester)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3F70FB7-0FC3-5834-0619-8211DDB619F0}"/>
              </a:ext>
            </a:extLst>
          </p:cNvPr>
          <p:cNvSpPr txBox="1">
            <a:spLocks/>
          </p:cNvSpPr>
          <p:nvPr/>
        </p:nvSpPr>
        <p:spPr>
          <a:xfrm>
            <a:off x="1166191" y="2112264"/>
            <a:ext cx="8666922" cy="2194694"/>
          </a:xfrm>
          <a:prstGeom prst="rect">
            <a:avLst/>
          </a:prstGeom>
        </p:spPr>
        <p:txBody>
          <a:bodyPr/>
          <a:lstStyle>
            <a:lvl1pPr marL="100794" indent="-100794" algn="l" defTabSz="1007943" rtl="0" eaLnBrk="1" latinLnBrk="0" hangingPunct="1">
              <a:lnSpc>
                <a:spcPct val="90000"/>
              </a:lnSpc>
              <a:spcBef>
                <a:spcPts val="1323"/>
              </a:spcBef>
              <a:spcAft>
                <a:spcPts val="22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205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3336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98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4925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6513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102" indent="-201589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1253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3299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5345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3910" indent="-251986" algn="l" defTabSz="1007943" rtl="0" eaLnBrk="1" latinLnBrk="0" hangingPunct="1">
              <a:lnSpc>
                <a:spcPct val="90000"/>
              </a:lnSpc>
              <a:spcBef>
                <a:spcPts val="220"/>
              </a:spcBef>
              <a:spcAft>
                <a:spcPts val="441"/>
              </a:spcAft>
              <a:buClr>
                <a:schemeClr val="accent1"/>
              </a:buClr>
              <a:buFont typeface="Calibri" pitchFamily="34" charset="0"/>
              <a:buChar char="◦"/>
              <a:defRPr sz="154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Char char="q"/>
            </a:pPr>
            <a:endParaRPr lang="en-GB" sz="2400" b="1" i="0" dirty="0">
              <a:effectLst/>
              <a:latin typeface="fkGroteskNeue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0" i="0" dirty="0">
                <a:effectLst/>
                <a:latin typeface="fkGroteskNeue"/>
              </a:rPr>
              <a:t>Deploy real-time HAR system on edge/IoT devices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0" i="0" dirty="0">
                <a:effectLst/>
                <a:latin typeface="fkGroteskNeue"/>
              </a:rPr>
              <a:t>Expand to multi-user and multi-room environments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0" i="0" dirty="0">
                <a:effectLst/>
                <a:latin typeface="fkGroteskNeue"/>
              </a:rPr>
              <a:t>Add more activity classes for finer recognition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0" i="0" dirty="0">
                <a:effectLst/>
                <a:latin typeface="fkGroteskNeue"/>
              </a:rPr>
              <a:t>Optimize model for faster, lightweight inference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GB" sz="2400" b="0" i="0" dirty="0">
                <a:effectLst/>
                <a:latin typeface="fkGroteskNeue"/>
              </a:rPr>
              <a:t>Explore multimodal fusion with other sensors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CED90-A186-2752-7B63-0C2FF7FCE9AC}"/>
              </a:ext>
            </a:extLst>
          </p:cNvPr>
          <p:cNvSpPr txBox="1"/>
          <p:nvPr/>
        </p:nvSpPr>
        <p:spPr>
          <a:xfrm>
            <a:off x="1457739" y="6308035"/>
            <a:ext cx="7447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0" i="0" dirty="0">
                <a:effectLst/>
                <a:latin typeface="fkGroteskNeue"/>
              </a:rPr>
              <a:t>Focus: Transition from research to practical, scalable deployment.</a:t>
            </a:r>
          </a:p>
        </p:txBody>
      </p:sp>
    </p:spTree>
    <p:extLst>
      <p:ext uri="{BB962C8B-B14F-4D97-AF65-F5344CB8AC3E}">
        <p14:creationId xmlns:p14="http://schemas.microsoft.com/office/powerpoint/2010/main" val="3634799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F166-70CC-C2F7-9854-12BB6D109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288" y="2265814"/>
            <a:ext cx="8068725" cy="2951969"/>
          </a:xfrm>
        </p:spPr>
        <p:txBody>
          <a:bodyPr/>
          <a:lstStyle/>
          <a:p>
            <a:r>
              <a:rPr lang="en-US" altLang="zh-CN"/>
              <a:t>Thank You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925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747</TotalTime>
  <Words>1639</Words>
  <Application>Microsoft Office PowerPoint</Application>
  <PresentationFormat>Custom</PresentationFormat>
  <Paragraphs>286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Corbel</vt:lpstr>
      <vt:lpstr>fkGroteskNeue</vt:lpstr>
      <vt:lpstr>Times New Roman</vt:lpstr>
      <vt:lpstr>Wingdings</vt:lpstr>
      <vt:lpstr>Parallax</vt:lpstr>
      <vt:lpstr>MTECH AAI COHORT-1 Dissertation Project – Phase 1</vt:lpstr>
      <vt:lpstr>AI/Data-Driven Positioning and Human Activity Recognition</vt:lpstr>
      <vt:lpstr>Introduction</vt:lpstr>
      <vt:lpstr>Motivation</vt:lpstr>
      <vt:lpstr>Problem statement</vt:lpstr>
      <vt:lpstr>Problem statement</vt:lpstr>
      <vt:lpstr>Objectives</vt:lpstr>
      <vt:lpstr>Literature Review</vt:lpstr>
      <vt:lpstr>Research Paper Reference</vt:lpstr>
      <vt:lpstr>Dataset / Research Paper Mapping</vt:lpstr>
      <vt:lpstr>Datasets</vt:lpstr>
      <vt:lpstr>CSI Based Dataset</vt:lpstr>
      <vt:lpstr>Proposed Methodology</vt:lpstr>
      <vt:lpstr>PowerPoint Presentation</vt:lpstr>
      <vt:lpstr>Novelty and Innovation</vt:lpstr>
      <vt:lpstr>System Architecture Diagram</vt:lpstr>
      <vt:lpstr>PowerPoint Presentation</vt:lpstr>
      <vt:lpstr>Training with K-Fold Validation</vt:lpstr>
      <vt:lpstr>Real Time Inference</vt:lpstr>
      <vt:lpstr>Implementation Plan and Timeline</vt:lpstr>
      <vt:lpstr>PowerPoint Presentation</vt:lpstr>
      <vt:lpstr>Basic Model Training and Experiment Stats</vt:lpstr>
      <vt:lpstr>CSI Dataset Model Training Experiment</vt:lpstr>
      <vt:lpstr>PowerPoint Presentation</vt:lpstr>
      <vt:lpstr>Expected Outcomes</vt:lpstr>
      <vt:lpstr>Scope for Future Work (Next Semester)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 p</dc:creator>
  <cp:lastModifiedBy>Sanjeev Pandey</cp:lastModifiedBy>
  <cp:revision>33</cp:revision>
  <dcterms:created xsi:type="dcterms:W3CDTF">2025-05-10T04:44:19Z</dcterms:created>
  <dcterms:modified xsi:type="dcterms:W3CDTF">2025-05-11T17:14:51Z</dcterms:modified>
</cp:coreProperties>
</file>